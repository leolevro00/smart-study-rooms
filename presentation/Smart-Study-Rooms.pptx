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Bitter Medium" panose="020B0604020202020204" charset="0"/>
      <p:regular r:id="rId12"/>
    </p:embeddedFon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Open Sans" panose="020B0606030504020204" pitchFamily="34" charset="0"/>
      <p:regular r:id="rId17"/>
    </p:embeddedFont>
    <p:embeddedFont>
      <p:font typeface="Open Sans Bold" panose="020B0806030504020204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8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48470E-00FB-46EB-83BB-1F63B45B54A1}" v="1" dt="2026-08-23T09:54:21.1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modSld">
      <pc:chgData name="GIANLUCA CAVANI" userId="87922040f0d244e1" providerId="LiveId" clId="{D9E828B3-A941-4B93-80FD-F166EA6B65A7}" dt="2026-08-23T09:58:39.999" v="136" actId="1076"/>
      <pc:docMkLst>
        <pc:docMk/>
      </pc:docMkLst>
      <pc:sldChg chg="addSp modSp mod">
        <pc:chgData name="GIANLUCA CAVANI" userId="87922040f0d244e1" providerId="LiveId" clId="{D9E828B3-A941-4B93-80FD-F166EA6B65A7}" dt="2026-08-23T09:51:08.498" v="31" actId="167"/>
        <pc:sldMkLst>
          <pc:docMk/>
          <pc:sldMk cId="0" sldId="256"/>
        </pc:sldMkLst>
        <pc:spChg chg="add ord">
          <ac:chgData name="GIANLUCA CAVANI" userId="87922040f0d244e1" providerId="LiveId" clId="{D9E828B3-A941-4B93-80FD-F166EA6B65A7}" dt="2026-08-23T09:51:08.498" v="31" actId="167"/>
          <ac:spMkLst>
            <pc:docMk/>
            <pc:sldMk cId="0" sldId="256"/>
            <ac:spMk id="6" creationId="{4B927961-8B87-0DDA-0E72-5D3E9622A647}"/>
          </ac:spMkLst>
        </pc:spChg>
        <pc:picChg chg="mod">
          <ac:chgData name="GIANLUCA CAVANI" userId="87922040f0d244e1" providerId="LiveId" clId="{D9E828B3-A941-4B93-80FD-F166EA6B65A7}" dt="2026-08-23T09:51:03.590" v="30" actId="1076"/>
          <ac:picMkLst>
            <pc:docMk/>
            <pc:sldMk cId="0" sldId="256"/>
            <ac:picMk id="2" creationId="{00000000-0000-0000-0000-000000000000}"/>
          </ac:picMkLst>
        </pc:picChg>
      </pc:sldChg>
      <pc:sldChg chg="addSp modSp mod">
        <pc:chgData name="GIANLUCA CAVANI" userId="87922040f0d244e1" providerId="LiveId" clId="{D9E828B3-A941-4B93-80FD-F166EA6B65A7}" dt="2026-08-23T09:50:49.364" v="27" actId="167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8-23T09:49:45.724" v="1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0:03.464" v="18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0:08.537" v="19" actId="1076"/>
          <ac:spMkLst>
            <pc:docMk/>
            <pc:sldMk cId="0" sldId="257"/>
            <ac:spMk id="5" creationId="{00000000-0000-0000-0000-000000000000}"/>
          </ac:spMkLst>
        </pc:spChg>
        <pc:spChg chg="add ord">
          <ac:chgData name="GIANLUCA CAVANI" userId="87922040f0d244e1" providerId="LiveId" clId="{D9E828B3-A941-4B93-80FD-F166EA6B65A7}" dt="2026-08-23T09:50:49.364" v="27" actId="167"/>
          <ac:spMkLst>
            <pc:docMk/>
            <pc:sldMk cId="0" sldId="257"/>
            <ac:spMk id="19" creationId="{5D9E0580-5A25-1B80-A47A-D7D6D0331EE0}"/>
          </ac:spMkLst>
        </pc:spChg>
        <pc:picChg chg="mod">
          <ac:chgData name="GIANLUCA CAVANI" userId="87922040f0d244e1" providerId="LiveId" clId="{D9E828B3-A941-4B93-80FD-F166EA6B65A7}" dt="2026-08-23T09:50:25.430" v="22" actId="1076"/>
          <ac:picMkLst>
            <pc:docMk/>
            <pc:sldMk cId="0" sldId="257"/>
            <ac:picMk id="2" creationId="{00000000-0000-0000-0000-000000000000}"/>
          </ac:picMkLst>
        </pc:picChg>
      </pc:sldChg>
      <pc:sldChg chg="addSp modSp mod">
        <pc:chgData name="GIANLUCA CAVANI" userId="87922040f0d244e1" providerId="LiveId" clId="{D9E828B3-A941-4B93-80FD-F166EA6B65A7}" dt="2026-08-23T09:49:08.555" v="8" actId="1076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8-23T09:48:11.594" v="1" actId="20577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GIANLUCA CAVANI" userId="87922040f0d244e1" providerId="LiveId" clId="{D9E828B3-A941-4B93-80FD-F166EA6B65A7}" dt="2026-08-23T09:49:08.555" v="8" actId="1076"/>
          <ac:spMkLst>
            <pc:docMk/>
            <pc:sldMk cId="0" sldId="258"/>
            <ac:spMk id="17" creationId="{0647EE58-0F11-C000-4CC4-68AC18481945}"/>
          </ac:spMkLst>
        </pc:spChg>
      </pc:sldChg>
      <pc:sldChg chg="addSp modSp mod">
        <pc:chgData name="GIANLUCA CAVANI" userId="87922040f0d244e1" providerId="LiveId" clId="{D9E828B3-A941-4B93-80FD-F166EA6B65A7}" dt="2026-08-23T09:53:24.536" v="45" actId="1076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8-23T09:51:44.394" v="33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1:47.800" v="34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1:55.955" v="35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2:53.005" v="41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2:10.097" v="37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01.179" v="42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09.098" v="43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12.961" v="44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24.536" v="45" actId="1076"/>
          <ac:spMkLst>
            <pc:docMk/>
            <pc:sldMk cId="0" sldId="259"/>
            <ac:spMk id="13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16.595" v="9" actId="22"/>
          <ac:spMkLst>
            <pc:docMk/>
            <pc:sldMk cId="0" sldId="259"/>
            <ac:spMk id="15" creationId="{7A94084F-30C3-B710-6AE2-F009B55898F3}"/>
          </ac:spMkLst>
        </pc:spChg>
        <pc:picChg chg="mod">
          <ac:chgData name="GIANLUCA CAVANI" userId="87922040f0d244e1" providerId="LiveId" clId="{D9E828B3-A941-4B93-80FD-F166EA6B65A7}" dt="2026-08-23T09:51:40.280" v="32" actId="1076"/>
          <ac:picMkLst>
            <pc:docMk/>
            <pc:sldMk cId="0" sldId="259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8-23T09:55:38.922" v="86" actId="20577"/>
        <pc:sldMkLst>
          <pc:docMk/>
          <pc:sldMk cId="0" sldId="260"/>
        </pc:sldMkLst>
        <pc:spChg chg="mod">
          <ac:chgData name="GIANLUCA CAVANI" userId="87922040f0d244e1" providerId="LiveId" clId="{D9E828B3-A941-4B93-80FD-F166EA6B65A7}" dt="2026-08-23T09:54:40.247" v="82" actId="255"/>
          <ac:spMkLst>
            <pc:docMk/>
            <pc:sldMk cId="0" sldId="260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5:38.922" v="86" actId="20577"/>
          <ac:spMkLst>
            <pc:docMk/>
            <pc:sldMk cId="0" sldId="260"/>
            <ac:spMk id="6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22.099" v="10" actId="22"/>
          <ac:spMkLst>
            <pc:docMk/>
            <pc:sldMk cId="0" sldId="260"/>
            <ac:spMk id="19" creationId="{251BF78C-2940-02B3-6200-64E64F7E52AB}"/>
          </ac:spMkLst>
        </pc:spChg>
        <pc:spChg chg="add del mod">
          <ac:chgData name="GIANLUCA CAVANI" userId="87922040f0d244e1" providerId="LiveId" clId="{D9E828B3-A941-4B93-80FD-F166EA6B65A7}" dt="2026-08-23T09:54:41.646" v="84"/>
          <ac:spMkLst>
            <pc:docMk/>
            <pc:sldMk cId="0" sldId="260"/>
            <ac:spMk id="20" creationId="{19B41201-29D5-0FFF-0F9F-75DDD40C0291}"/>
          </ac:spMkLst>
        </pc:spChg>
      </pc:sldChg>
      <pc:sldChg chg="addSp modSp mod">
        <pc:chgData name="GIANLUCA CAVANI" userId="87922040f0d244e1" providerId="LiveId" clId="{D9E828B3-A941-4B93-80FD-F166EA6B65A7}" dt="2026-08-23T09:55:53.350" v="87" actId="255"/>
        <pc:sldMkLst>
          <pc:docMk/>
          <pc:sldMk cId="0" sldId="261"/>
        </pc:sldMkLst>
        <pc:spChg chg="mod">
          <ac:chgData name="GIANLUCA CAVANI" userId="87922040f0d244e1" providerId="LiveId" clId="{D9E828B3-A941-4B93-80FD-F166EA6B65A7}" dt="2026-08-23T09:55:53.350" v="87" actId="255"/>
          <ac:spMkLst>
            <pc:docMk/>
            <pc:sldMk cId="0" sldId="261"/>
            <ac:spMk id="5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27.504" v="11" actId="22"/>
          <ac:spMkLst>
            <pc:docMk/>
            <pc:sldMk cId="0" sldId="261"/>
            <ac:spMk id="27" creationId="{DA64EAF0-2E2D-572A-65B8-1C36800F7082}"/>
          </ac:spMkLst>
        </pc:spChg>
      </pc:sldChg>
      <pc:sldChg chg="addSp modSp mod">
        <pc:chgData name="GIANLUCA CAVANI" userId="87922040f0d244e1" providerId="LiveId" clId="{D9E828B3-A941-4B93-80FD-F166EA6B65A7}" dt="2026-08-23T09:56:46.485" v="93" actId="1076"/>
        <pc:sldMkLst>
          <pc:docMk/>
          <pc:sldMk cId="0" sldId="262"/>
        </pc:sldMkLst>
        <pc:spChg chg="mod">
          <ac:chgData name="GIANLUCA CAVANI" userId="87922040f0d244e1" providerId="LiveId" clId="{D9E828B3-A941-4B93-80FD-F166EA6B65A7}" dt="2026-08-23T09:56:46.485" v="93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6:37.206" v="92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6:11.907" v="89" actId="1076"/>
          <ac:spMkLst>
            <pc:docMk/>
            <pc:sldMk cId="0" sldId="262"/>
            <ac:spMk id="4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31.820" v="12" actId="22"/>
          <ac:spMkLst>
            <pc:docMk/>
            <pc:sldMk cId="0" sldId="262"/>
            <ac:spMk id="16" creationId="{CDA77D24-0F34-5FDE-248B-18376B986283}"/>
          </ac:spMkLst>
        </pc:spChg>
      </pc:sldChg>
      <pc:sldChg chg="addSp delSp modSp mod">
        <pc:chgData name="GIANLUCA CAVANI" userId="87922040f0d244e1" providerId="LiveId" clId="{D9E828B3-A941-4B93-80FD-F166EA6B65A7}" dt="2026-08-23T09:57:54.068" v="127" actId="20577"/>
        <pc:sldMkLst>
          <pc:docMk/>
          <pc:sldMk cId="0" sldId="263"/>
        </pc:sldMkLst>
        <pc:spChg chg="mod">
          <ac:chgData name="GIANLUCA CAVANI" userId="87922040f0d244e1" providerId="LiveId" clId="{D9E828B3-A941-4B93-80FD-F166EA6B65A7}" dt="2026-08-23T09:57:54.068" v="127" actId="20577"/>
          <ac:spMkLst>
            <pc:docMk/>
            <pc:sldMk cId="0" sldId="263"/>
            <ac:spMk id="15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7:19.654" v="108" actId="20577"/>
          <ac:spMkLst>
            <pc:docMk/>
            <pc:sldMk cId="0" sldId="263"/>
            <ac:spMk id="18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35.049" v="13" actId="22"/>
          <ac:spMkLst>
            <pc:docMk/>
            <pc:sldMk cId="0" sldId="263"/>
            <ac:spMk id="20" creationId="{C8EB2CC5-052E-61C8-08AD-4DA21E17D649}"/>
          </ac:spMkLst>
        </pc:spChg>
        <pc:picChg chg="del">
          <ac:chgData name="GIANLUCA CAVANI" userId="87922040f0d244e1" providerId="LiveId" clId="{D9E828B3-A941-4B93-80FD-F166EA6B65A7}" dt="2026-08-23T09:56:57.214" v="94" actId="478"/>
          <ac:picMkLst>
            <pc:docMk/>
            <pc:sldMk cId="0" sldId="263"/>
            <ac:picMk id="17" creationId="{00000000-0000-0000-0000-000000000000}"/>
          </ac:picMkLst>
        </pc:picChg>
      </pc:sldChg>
      <pc:sldChg chg="addSp modSp mod">
        <pc:chgData name="GIANLUCA CAVANI" userId="87922040f0d244e1" providerId="LiveId" clId="{D9E828B3-A941-4B93-80FD-F166EA6B65A7}" dt="2026-08-23T09:58:39.999" v="136" actId="1076"/>
        <pc:sldMkLst>
          <pc:docMk/>
          <pc:sldMk cId="0" sldId="264"/>
        </pc:sldMkLst>
        <pc:spChg chg="mod">
          <ac:chgData name="GIANLUCA CAVANI" userId="87922040f0d244e1" providerId="LiveId" clId="{D9E828B3-A941-4B93-80FD-F166EA6B65A7}" dt="2026-08-23T09:58:34.522" v="135" actId="1076"/>
          <ac:spMkLst>
            <pc:docMk/>
            <pc:sldMk cId="0" sldId="264"/>
            <ac:spMk id="2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8:39.999" v="136" actId="1076"/>
          <ac:spMkLst>
            <pc:docMk/>
            <pc:sldMk cId="0" sldId="264"/>
            <ac:spMk id="3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38.432" v="14" actId="22"/>
          <ac:spMkLst>
            <pc:docMk/>
            <pc:sldMk cId="0" sldId="264"/>
            <ac:spMk id="17" creationId="{4C450058-7DEF-7A71-7A12-E1C2D5356F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9286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ABCB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jpe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4B927961-8B87-0DDA-0E72-5D3E9622A647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657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53831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412430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sistema IoT che trasforma le aule studio in ambienti intelligenti: monitoraggio in tempo reale, score automatico e suggerimenti personalizzati per studiare al meglio.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5D9E0580-5A25-1B80-A47A-D7D6D0331EE0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461200"/>
            <a:ext cx="6296860" cy="387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kern="0" spc="-73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Un Digital Twin per Ogni Aula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847505" y="1037943"/>
            <a:ext cx="6110830" cy="573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 Study Rooms crea un gemello digitale di ogni aula studio: i nodi IoT raccolgono dati ambientali, il bridge li valida e sincronizza su Firebase, mentre l'app Android mostra lo stato realtime e suggerisce l'aula più adatta.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61475" y="1068949"/>
            <a:ext cx="12700" cy="511770"/>
          </a:xfrm>
          <a:prstGeom prst="roundRect">
            <a:avLst>
              <a:gd name="adj" fmla="val 49999"/>
            </a:avLst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61475" y="1800820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61475" y="2333228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Aule monitorate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61475" y="2575818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tempo reale, con espandibilità dinamica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61475" y="2964855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661475" y="3497263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Parametri fisici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1475" y="3739852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Temperatura, umidità e rumore integrati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61475" y="4128889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15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61475" y="4661297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Minuti di anticipo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1475" y="4903887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Il modello ML predice lo score futuro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61475" y="5292923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61475" y="5825331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Classi di score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61475" y="6067921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 "Consigliata" a "Sconsigliata"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63463"/>
            <a:ext cx="6296860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kern="0" spc="-99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Il Problema che Risolviamo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5233360" y="1314351"/>
            <a:ext cx="6296860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Scegliere l'aula giusta è spesso un'ipotesi. Smart Study Rooms elimina l'incertezza con dati oggettivi in </a:t>
            </a:r>
            <a:r>
              <a:rPr lang="en-US" sz="1300" kern="0" spc="-27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tempo ale</a:t>
            </a: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1992213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407981" y="2166838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🌡️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Temperatura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407981" y="2526109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Monitoraggio continuo per il comfort termico ideale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233360" y="3105249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5407981" y="3279874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💧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Umidità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5407981" y="3639145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Parametro spesso ignorato ma cruciale per il benessere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233360" y="4218285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407981" y="4392910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🔊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Rumore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5407981" y="4752181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Rilevazione del livello sonoro e notifiche automatiche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233360" y="5331321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407981" y="5505946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Score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5407981" y="5865217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Indice personalizzato che combina tutti i fattori</a:t>
            </a:r>
            <a:endParaRPr lang="en-US" sz="1300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0647EE58-0F11-C000-4CC4-68AC18481945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238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491059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flusso dati end-to-end che va dai sensori fisici fino allo schermo del tuo smartphone, passando per un bridge software intelligente.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1526" y="2297341"/>
            <a:ext cx="6311048" cy="35120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16218" y="3849138"/>
            <a:ext cx="807197" cy="3762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2 Arduino + sensori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908951" y="4275088"/>
            <a:ext cx="1221731" cy="54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Raccolta dati dall'ambiente fisico.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494522" y="4072809"/>
            <a:ext cx="963326" cy="19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Bridge Python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365320" y="4323634"/>
            <a:ext cx="1221730" cy="546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Elaborazione e analisi dei dati raccolti.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76740" y="4323634"/>
            <a:ext cx="663077" cy="558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Firebase Realtime Database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89774" y="4909578"/>
            <a:ext cx="1221731" cy="546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Archiviazione e sincronizzazione dati nel cloud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19211" y="4567711"/>
            <a:ext cx="850938" cy="19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App Android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229507" y="4818553"/>
            <a:ext cx="1221731" cy="728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Prende dati direttamente da Firebase e li mostra all'utente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61475" y="5990870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Il bridge Python è il cuore del sistema: un gateway IoT locale che unifica i nodi, valida i dati e gestisce lo storico su Firebase.</a:t>
            </a:r>
            <a:endParaRPr lang="en-US" sz="145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7A94084F-30C3-B710-6AE2-F009B55898F3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b="1" kern="0" spc="-30" dirty="0">
                <a:solidFill>
                  <a:srgbClr val="2B2E3C"/>
                </a:solidFill>
                <a:latin typeface="Bitter Medium" panose="020B0604020202020204" charset="0"/>
                <a:ea typeface="Open Sans Bold" pitchFamily="34" charset="-122"/>
                <a:cs typeface="Open Sans Bold" pitchFamily="34" charset="-120"/>
              </a:rPr>
              <a:t>Pin utilizzati</a:t>
            </a:r>
            <a:r>
              <a:rPr lang="en-US" sz="1600" kern="0" spc="-30" dirty="0">
                <a:solidFill>
                  <a:srgbClr val="2B2E3C"/>
                </a:solidFill>
                <a:latin typeface="Bitter Medium" panose="020B0604020202020204" charset="0"/>
                <a:ea typeface="Open Sans" pitchFamily="34" charset="-122"/>
                <a:cs typeface="Open Sans" pitchFamily="34" charset="-120"/>
              </a:rPr>
              <a:t>:</a:t>
            </a:r>
            <a:endParaRPr lang="en-US" sz="1600" dirty="0">
              <a:latin typeface="Bitter Medium" panose="020B060402020202020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407914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 fontScale="92500"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DHT22 = 2;</a:t>
            </a:r>
            <a:endParaRPr lang="en-US" sz="14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Led verde = 12;</a:t>
            </a:r>
            <a:endParaRPr lang="en-US" sz="14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Led rosso = 13</a:t>
            </a:r>
            <a:endParaRPr lang="en-US" sz="14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099321" y="1767483"/>
            <a:ext cx="444350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I Nodi IoT nelle Aule</a:t>
            </a:r>
            <a:endParaRPr lang="en-US" sz="3700" dirty="0"/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Ogni aula è equipaggiata con un nodo autonomo basato su Arduino UNO, collegato via USB al PC, e i suoi relativi sensori.</a:t>
            </a:r>
            <a:endParaRPr lang="en-US" sz="14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Sensore DHT22</a:t>
            </a:r>
            <a:endParaRPr lang="en-US" sz="1850" dirty="0"/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Temperatura e umidità con precisione ±0.5°C</a:t>
            </a:r>
            <a:endParaRPr lang="en-US" sz="14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Sensore KY-037</a:t>
            </a:r>
            <a:endParaRPr lang="en-US" sz="1850" dirty="0"/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Rilevazione del rumore ambientale analogico</a:t>
            </a:r>
            <a:endParaRPr lang="en-US" sz="14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Comunicazione Seriale</a:t>
            </a:r>
            <a:endParaRPr lang="en-US" sz="1850" dirty="0"/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Dati JSON a 115200 baud ogni 10 secondi</a:t>
            </a:r>
            <a:endParaRPr lang="en-US" sz="14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251BF78C-2940-02B3-6200-64E64F7E52AB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578" y="552450"/>
            <a:ext cx="2844729" cy="57531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519906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kern="0" spc="-77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L'App Android</a:t>
            </a:r>
            <a:endParaRPr lang="en-US" sz="2550" dirty="0"/>
          </a:p>
        </p:txBody>
      </p:sp>
      <p:sp>
        <p:nvSpPr>
          <p:cNvPr id="5" name="Text 1"/>
          <p:cNvSpPr/>
          <p:nvPr/>
        </p:nvSpPr>
        <p:spPr>
          <a:xfrm>
            <a:off x="5233360" y="1059855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Un'app nativa in Java/XML che legge da Firebase e ti guida verso l'aula migliore.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Score in Tempo Reale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Calcolato da temperatura, umidità e rumore con pesi personalizzabili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Notifiche Intelligenti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Avviso quando il rumore supera 30 dB, silenziato automaticamente sotto 20 dB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Preferenze Utente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Bilanciata, Priorità Silenzio o Priorità Comfort: i pesi dello score si adattano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Classificazione Aule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Consigliata (≥80), Accettabile (≥60), Poco adatta (≥40), Sconsigliata (&lt;40)</a:t>
            </a:r>
            <a:endParaRPr lang="en-US" sz="1000" dirty="0"/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DA64EAF0-2E2D-572A-65B8-1C36800F7082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7825" y="685071"/>
            <a:ext cx="10868745" cy="507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kern="0" spc="-9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Struttura Dati su Firebase</a:t>
            </a: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661475" y="1505644"/>
            <a:ext cx="5039529" cy="1678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spcAft>
                <a:spcPts val="950"/>
              </a:spcAft>
              <a:buNone/>
            </a:pPr>
            <a:endParaRPr lang="en-US" sz="1250" dirty="0"/>
          </a:p>
          <a:p>
            <a:pPr marL="0" indent="0" algn="l">
              <a:lnSpc>
                <a:spcPct val="124000"/>
              </a:lnSpc>
              <a:spcAft>
                <a:spcPts val="950"/>
              </a:spcAft>
              <a:buNone/>
            </a:pPr>
            <a:endParaRPr lang="en-US" sz="1250" dirty="0"/>
          </a:p>
          <a:p>
            <a:pPr marL="0" indent="0" algn="l">
              <a:lnSpc>
                <a:spcPct val="124000"/>
              </a:lnSpc>
              <a:buNone/>
            </a:pPr>
            <a:r>
              <a:rPr lang="en-US" sz="140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Firebase Realtime Database riceve i dati tramite REST API direttamente dal bridge, che aggiorna i due percorsi principali in tempo reale.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300332" y="1113035"/>
            <a:ext cx="5236238" cy="3443089"/>
          </a:xfrm>
          <a:prstGeom prst="roundRect">
            <a:avLst>
              <a:gd name="adj" fmla="val 1981"/>
            </a:avLst>
          </a:prstGeom>
          <a:solidFill>
            <a:srgbClr val="F2EB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95193" y="1558032"/>
            <a:ext cx="4846516" cy="3118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"rooms": {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"room1": {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"name": "Aula 1",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"temperature": 22.4,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"humidity": 48,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"noise": 20,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"lastUpdate": 1710000000000,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"source": "bridge"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61475" y="5152628"/>
            <a:ext cx="3529916" cy="1183680"/>
          </a:xfrm>
          <a:prstGeom prst="roundRect">
            <a:avLst>
              <a:gd name="adj" fmla="val 5764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842941" y="5334099"/>
            <a:ext cx="3166983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rooms/room1 e rooms/room2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2941" y="5671641"/>
            <a:ext cx="3166983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Stato corrente dell'aula: temperatura, umidità, rumore, lastUpdate e source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0889" y="5152628"/>
            <a:ext cx="3529916" cy="1183680"/>
          </a:xfrm>
          <a:prstGeom prst="roundRect">
            <a:avLst>
              <a:gd name="adj" fmla="val 5764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12356" y="5334099"/>
            <a:ext cx="3166983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history/room1/&lt;timestamp&gt;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12356" y="5671641"/>
            <a:ext cx="3166983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Storico completo di tutte le letture, usato dall'app per i grafici e dal modulo ML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0304" y="5152628"/>
            <a:ext cx="3529916" cy="1183680"/>
          </a:xfrm>
          <a:prstGeom prst="roundRect">
            <a:avLst>
              <a:gd name="adj" fmla="val 5764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8181770" y="5334099"/>
            <a:ext cx="3166983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predictions/room1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81770" y="5671641"/>
            <a:ext cx="3166983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Predizioni ML con score previsto, trend e affidabilità del modello</a:t>
            </a:r>
            <a:endParaRPr lang="en-US" sz="12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CDA77D24-0F34-5FDE-248B-18376B986283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Predizioni ML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96532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Il modulo lm/predictor.py trasforma lo storico in intelligenza predittiva usando un RandomForestRegressor.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Input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Legge history/ da Firebase e costruisce un dataset con temperatura, umidità, rumore, ora e giorno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Target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Predice lo score tra 15 minuti basandosi sulle coppie: situazione attuale - score futuro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Output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predictions/ scrive score previsto, trend (miglioramento/peggioramento) e MAE del modello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 abbastanza storico, il modello raggiunge un MAE di circa 6.2 punti </a:t>
            </a:r>
            <a:r>
              <a:rPr lang="en-US" sz="1450" kern="0" spc="-30" dirty="0" err="1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sullo</a:t>
            </a: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score, che è </a:t>
            </a:r>
            <a:r>
              <a:rPr lang="en-US" sz="1450" kern="0" spc="-30" dirty="0" err="1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abbastanza</a:t>
            </a: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preciso per suggerimenti utili.</a:t>
            </a:r>
            <a:endParaRPr lang="en-US" sz="1450" dirty="0"/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C8EB2CC5-052E-61C8-08AD-4DA21E17D649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Roadmap: Cosa Viene Dopo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 Study Rooms è già un buon prototipo e ha tutte le carte in regola per diventare un prodotto completo.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Gateway Dedicato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Bridge su Raspberry Pi sempre acceso, indipendente dal PC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Cloud &amp; FCM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Bridge cloud per accesso remoto e notifiche push via Firebase Cloud Messaging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Meccanismo di Raffreddamento e Riscaldamento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Sostituzione dei led utilizzati con condizionatori reali</a:t>
            </a:r>
            <a:endParaRPr lang="en-US" sz="14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AI Avanzata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Predizioni di occupazione, qualità dell'aria (CO2) e suggerimenti automatici</a:t>
            </a:r>
            <a:endParaRPr lang="en-US" sz="1450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C450058-7DEF-7A71-7A12-E1C2D5356F94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766</Words>
  <Application>Microsoft Office PowerPoint</Application>
  <PresentationFormat>Widescreen</PresentationFormat>
  <Paragraphs>111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6" baseType="lpstr">
      <vt:lpstr>Twemoji Mozilla</vt:lpstr>
      <vt:lpstr>Consolas</vt:lpstr>
      <vt:lpstr>Bitter Medium</vt:lpstr>
      <vt:lpstr>Open Sans</vt:lpstr>
      <vt:lpstr>Arial</vt:lpstr>
      <vt:lpstr>Open Sans Bold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GIANLUCA CAVANI</dc:creator>
  <cp:lastModifiedBy>GIANLUCA CAVANI</cp:lastModifiedBy>
  <cp:revision>1</cp:revision>
  <dcterms:created xsi:type="dcterms:W3CDTF">2026-08-22T15:15:56Z</dcterms:created>
  <dcterms:modified xsi:type="dcterms:W3CDTF">2026-08-23T09:58:40Z</dcterms:modified>
</cp:coreProperties>
</file>