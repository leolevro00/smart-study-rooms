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3" r:id="rId10"/>
    <p:sldId id="267" r:id="rId11"/>
    <p:sldId id="271" r:id="rId12"/>
    <p:sldId id="268" r:id="rId13"/>
    <p:sldId id="270" r:id="rId14"/>
  </p:sldIdLst>
  <p:sldSz cx="12192000" cy="6858000"/>
  <p:notesSz cx="6858000" cy="12192000"/>
  <p:embeddedFontLst>
    <p:embeddedFont>
      <p:font typeface="Bitter Medium" panose="020B0604020202020204" charset="0"/>
      <p:regular r:id="rId16"/>
    </p:embeddedFont>
    <p:embeddedFont>
      <p:font typeface="MuseoModerno Medium" panose="020B0604020202020204" charset="0"/>
      <p:regular r:id="rId17"/>
    </p:embeddedFont>
    <p:embeddedFont>
      <p:font typeface="Open Sans" panose="020B0606030504020204" pitchFamily="34" charset="0"/>
      <p:regular r:id="rId18"/>
      <p:bold r:id="rId19"/>
      <p:italic r:id="rId20"/>
      <p:boldItalic r:id="rId21"/>
    </p:embeddedFont>
    <p:embeddedFont>
      <p:font typeface="Source Sans 3" panose="020B0604020202020204" charset="0"/>
      <p:regular r:id="rId22"/>
    </p:embeddedFont>
    <p:embeddedFont>
      <p:font typeface="Source Sans 3 Bold" panose="020B0604020202020204" charset="0"/>
      <p:regular r:id="rId2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C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FB788E-8B80-4776-8146-9265B36569C0}" v="18" dt="2026-09-08T15:06:31.6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ANLUCA CAVANI" userId="87922040f0d244e1" providerId="LiveId" clId="{D9E828B3-A941-4B93-80FD-F166EA6B65A7}"/>
    <pc:docChg chg="undo custSel addSld delSld modSld sldOrd">
      <pc:chgData name="GIANLUCA CAVANI" userId="87922040f0d244e1" providerId="LiveId" clId="{D9E828B3-A941-4B93-80FD-F166EA6B65A7}" dt="2026-09-08T15:08:55.852" v="128" actId="14100"/>
      <pc:docMkLst>
        <pc:docMk/>
      </pc:docMkLst>
      <pc:sldChg chg="modSp mod">
        <pc:chgData name="GIANLUCA CAVANI" userId="87922040f0d244e1" providerId="LiveId" clId="{D9E828B3-A941-4B93-80FD-F166EA6B65A7}" dt="2026-09-08T12:17:34.924" v="71" actId="1076"/>
        <pc:sldMkLst>
          <pc:docMk/>
          <pc:sldMk cId="0" sldId="256"/>
        </pc:sldMkLst>
        <pc:picChg chg="mod">
          <ac:chgData name="GIANLUCA CAVANI" userId="87922040f0d244e1" providerId="LiveId" clId="{D9E828B3-A941-4B93-80FD-F166EA6B65A7}" dt="2026-09-08T12:17:34.924" v="71" actId="1076"/>
          <ac:picMkLst>
            <pc:docMk/>
            <pc:sldMk cId="0" sldId="256"/>
            <ac:picMk id="2" creationId="{00000000-0000-0000-0000-000000000000}"/>
          </ac:picMkLst>
        </pc:picChg>
      </pc:sldChg>
      <pc:sldChg chg="modSp mod">
        <pc:chgData name="GIANLUCA CAVANI" userId="87922040f0d244e1" providerId="LiveId" clId="{D9E828B3-A941-4B93-80FD-F166EA6B65A7}" dt="2026-09-07T23:01:04.810" v="13" actId="255"/>
        <pc:sldMkLst>
          <pc:docMk/>
          <pc:sldMk cId="0" sldId="257"/>
        </pc:sldMkLst>
        <pc:spChg chg="mod">
          <ac:chgData name="GIANLUCA CAVANI" userId="87922040f0d244e1" providerId="LiveId" clId="{D9E828B3-A941-4B93-80FD-F166EA6B65A7}" dt="2026-09-07T23:01:04.810" v="13" actId="255"/>
          <ac:spMkLst>
            <pc:docMk/>
            <pc:sldMk cId="0" sldId="257"/>
            <ac:spMk id="4" creationId="{00000000-0000-0000-0000-000000000000}"/>
          </ac:spMkLst>
        </pc:spChg>
      </pc:sldChg>
      <pc:sldChg chg="modSp mod">
        <pc:chgData name="GIANLUCA CAVANI" userId="87922040f0d244e1" providerId="LiveId" clId="{D9E828B3-A941-4B93-80FD-F166EA6B65A7}" dt="2026-09-07T22:58:16.012" v="5" actId="108"/>
        <pc:sldMkLst>
          <pc:docMk/>
          <pc:sldMk cId="0" sldId="258"/>
        </pc:sldMkLst>
        <pc:spChg chg="mod">
          <ac:chgData name="GIANLUCA CAVANI" userId="87922040f0d244e1" providerId="LiveId" clId="{D9E828B3-A941-4B93-80FD-F166EA6B65A7}" dt="2026-09-07T22:58:02.164" v="3" actId="2711"/>
          <ac:spMkLst>
            <pc:docMk/>
            <pc:sldMk cId="0" sldId="258"/>
            <ac:spMk id="6" creationId="{00000000-0000-0000-0000-000000000000}"/>
          </ac:spMkLst>
        </pc:spChg>
        <pc:spChg chg="mod">
          <ac:chgData name="GIANLUCA CAVANI" userId="87922040f0d244e1" providerId="LiveId" clId="{D9E828B3-A941-4B93-80FD-F166EA6B65A7}" dt="2026-09-07T22:58:09.039" v="4" actId="108"/>
          <ac:spMkLst>
            <pc:docMk/>
            <pc:sldMk cId="0" sldId="258"/>
            <ac:spMk id="10" creationId="{00000000-0000-0000-0000-000000000000}"/>
          </ac:spMkLst>
        </pc:spChg>
        <pc:spChg chg="mod">
          <ac:chgData name="GIANLUCA CAVANI" userId="87922040f0d244e1" providerId="LiveId" clId="{D9E828B3-A941-4B93-80FD-F166EA6B65A7}" dt="2026-09-07T22:58:16.012" v="5" actId="108"/>
          <ac:spMkLst>
            <pc:docMk/>
            <pc:sldMk cId="0" sldId="258"/>
            <ac:spMk id="14" creationId="{00000000-0000-0000-0000-000000000000}"/>
          </ac:spMkLst>
        </pc:spChg>
      </pc:sldChg>
      <pc:sldChg chg="modSp mod">
        <pc:chgData name="GIANLUCA CAVANI" userId="87922040f0d244e1" providerId="LiveId" clId="{D9E828B3-A941-4B93-80FD-F166EA6B65A7}" dt="2026-09-08T15:06:27.858" v="114" actId="1076"/>
        <pc:sldMkLst>
          <pc:docMk/>
          <pc:sldMk cId="0" sldId="259"/>
        </pc:sldMkLst>
        <pc:spChg chg="mod">
          <ac:chgData name="GIANLUCA CAVANI" userId="87922040f0d244e1" providerId="LiveId" clId="{D9E828B3-A941-4B93-80FD-F166EA6B65A7}" dt="2026-09-08T15:06:27.858" v="114" actId="1076"/>
          <ac:spMkLst>
            <pc:docMk/>
            <pc:sldMk cId="0" sldId="259"/>
            <ac:spMk id="12" creationId="{00000000-0000-0000-0000-000000000000}"/>
          </ac:spMkLst>
        </pc:spChg>
        <pc:spChg chg="mod">
          <ac:chgData name="GIANLUCA CAVANI" userId="87922040f0d244e1" providerId="LiveId" clId="{D9E828B3-A941-4B93-80FD-F166EA6B65A7}" dt="2026-09-07T23:02:08.698" v="18" actId="20577"/>
          <ac:spMkLst>
            <pc:docMk/>
            <pc:sldMk cId="0" sldId="259"/>
            <ac:spMk id="14" creationId="{00000000-0000-0000-0000-000000000000}"/>
          </ac:spMkLst>
        </pc:spChg>
      </pc:sldChg>
      <pc:sldChg chg="modSp mod">
        <pc:chgData name="GIANLUCA CAVANI" userId="87922040f0d244e1" providerId="LiveId" clId="{D9E828B3-A941-4B93-80FD-F166EA6B65A7}" dt="2026-09-08T15:08:55.852" v="128" actId="14100"/>
        <pc:sldMkLst>
          <pc:docMk/>
          <pc:sldMk cId="0" sldId="261"/>
        </pc:sldMkLst>
        <pc:spChg chg="mod">
          <ac:chgData name="GIANLUCA CAVANI" userId="87922040f0d244e1" providerId="LiveId" clId="{D9E828B3-A941-4B93-80FD-F166EA6B65A7}" dt="2026-09-08T13:20:58.616" v="82"/>
          <ac:spMkLst>
            <pc:docMk/>
            <pc:sldMk cId="0" sldId="261"/>
            <ac:spMk id="6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03.384" v="83"/>
          <ac:spMkLst>
            <pc:docMk/>
            <pc:sldMk cId="0" sldId="261"/>
            <ac:spMk id="7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09.609" v="84"/>
          <ac:spMkLst>
            <pc:docMk/>
            <pc:sldMk cId="0" sldId="261"/>
            <ac:spMk id="9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14.613" v="85"/>
          <ac:spMkLst>
            <pc:docMk/>
            <pc:sldMk cId="0" sldId="261"/>
            <ac:spMk id="10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21.165" v="88"/>
          <ac:spMkLst>
            <pc:docMk/>
            <pc:sldMk cId="0" sldId="261"/>
            <ac:spMk id="12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25.141" v="89"/>
          <ac:spMkLst>
            <pc:docMk/>
            <pc:sldMk cId="0" sldId="261"/>
            <ac:spMk id="13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30.254" v="90"/>
          <ac:spMkLst>
            <pc:docMk/>
            <pc:sldMk cId="0" sldId="261"/>
            <ac:spMk id="15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34.949" v="91"/>
          <ac:spMkLst>
            <pc:docMk/>
            <pc:sldMk cId="0" sldId="261"/>
            <ac:spMk id="16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5:08:28.489" v="124" actId="1076"/>
          <ac:spMkLst>
            <pc:docMk/>
            <pc:sldMk cId="0" sldId="261"/>
            <ac:spMk id="18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5:08:31.346" v="125" actId="1076"/>
          <ac:spMkLst>
            <pc:docMk/>
            <pc:sldMk cId="0" sldId="261"/>
            <ac:spMk id="19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5:08:44.309" v="127" actId="1076"/>
          <ac:spMkLst>
            <pc:docMk/>
            <pc:sldMk cId="0" sldId="261"/>
            <ac:spMk id="21" creationId="{A21472C9-361B-D20B-6ED0-5A7B43C7B475}"/>
          </ac:spMkLst>
        </pc:spChg>
        <pc:picChg chg="mod">
          <ac:chgData name="GIANLUCA CAVANI" userId="87922040f0d244e1" providerId="LiveId" clId="{D9E828B3-A941-4B93-80FD-F166EA6B65A7}" dt="2026-09-08T13:19:30.495" v="73" actId="1076"/>
          <ac:picMkLst>
            <pc:docMk/>
            <pc:sldMk cId="0" sldId="261"/>
            <ac:picMk id="5" creationId="{00000000-0000-0000-0000-000000000000}"/>
          </ac:picMkLst>
        </pc:picChg>
        <pc:picChg chg="mod">
          <ac:chgData name="GIANLUCA CAVANI" userId="87922040f0d244e1" providerId="LiveId" clId="{D9E828B3-A941-4B93-80FD-F166EA6B65A7}" dt="2026-09-08T15:08:55.852" v="128" actId="14100"/>
          <ac:picMkLst>
            <pc:docMk/>
            <pc:sldMk cId="0" sldId="261"/>
            <ac:picMk id="17" creationId="{00000000-0000-0000-0000-000000000000}"/>
          </ac:picMkLst>
        </pc:picChg>
      </pc:sldChg>
      <pc:sldChg chg="modSp mod">
        <pc:chgData name="GIANLUCA CAVANI" userId="87922040f0d244e1" providerId="LiveId" clId="{D9E828B3-A941-4B93-80FD-F166EA6B65A7}" dt="2026-09-08T13:31:58.413" v="109" actId="113"/>
        <pc:sldMkLst>
          <pc:docMk/>
          <pc:sldMk cId="0" sldId="262"/>
        </pc:sldMkLst>
        <pc:spChg chg="mod">
          <ac:chgData name="GIANLUCA CAVANI" userId="87922040f0d244e1" providerId="LiveId" clId="{D9E828B3-A941-4B93-80FD-F166EA6B65A7}" dt="2026-09-08T13:31:58.413" v="109" actId="113"/>
          <ac:spMkLst>
            <pc:docMk/>
            <pc:sldMk cId="0" sldId="262"/>
            <ac:spMk id="3" creationId="{00000000-0000-0000-0000-000000000000}"/>
          </ac:spMkLst>
        </pc:spChg>
        <pc:picChg chg="mod">
          <ac:chgData name="GIANLUCA CAVANI" userId="87922040f0d244e1" providerId="LiveId" clId="{D9E828B3-A941-4B93-80FD-F166EA6B65A7}" dt="2026-09-07T23:02:55.330" v="22" actId="1076"/>
          <ac:picMkLst>
            <pc:docMk/>
            <pc:sldMk cId="0" sldId="262"/>
            <ac:picMk id="4" creationId="{00000000-0000-0000-0000-000000000000}"/>
          </ac:picMkLst>
        </pc:picChg>
      </pc:sldChg>
      <pc:sldChg chg="addSp delSp modSp mod">
        <pc:chgData name="GIANLUCA CAVANI" userId="87922040f0d244e1" providerId="LiveId" clId="{D9E828B3-A941-4B93-80FD-F166EA6B65A7}" dt="2026-09-08T12:15:20.028" v="60" actId="22"/>
        <pc:sldMkLst>
          <pc:docMk/>
          <pc:sldMk cId="0" sldId="263"/>
        </pc:sldMkLst>
        <pc:spChg chg="add">
          <ac:chgData name="GIANLUCA CAVANI" userId="87922040f0d244e1" providerId="LiveId" clId="{D9E828B3-A941-4B93-80FD-F166EA6B65A7}" dt="2026-09-08T12:15:20.028" v="60" actId="22"/>
          <ac:spMkLst>
            <pc:docMk/>
            <pc:sldMk cId="0" sldId="263"/>
            <ac:spMk id="4" creationId="{577826C6-BB0D-09A7-E574-DC0813B84765}"/>
          </ac:spMkLst>
        </pc:spChg>
        <pc:spChg chg="del mod">
          <ac:chgData name="GIANLUCA CAVANI" userId="87922040f0d244e1" providerId="LiveId" clId="{D9E828B3-A941-4B93-80FD-F166EA6B65A7}" dt="2026-09-08T12:15:17.219" v="59" actId="478"/>
          <ac:spMkLst>
            <pc:docMk/>
            <pc:sldMk cId="0" sldId="263"/>
            <ac:spMk id="8" creationId="{755F6FEE-8057-65F7-6010-A445B4795AED}"/>
          </ac:spMkLst>
        </pc:spChg>
      </pc:sldChg>
      <pc:sldChg chg="addSp delSp modSp mod">
        <pc:chgData name="GIANLUCA CAVANI" userId="87922040f0d244e1" providerId="LiveId" clId="{D9E828B3-A941-4B93-80FD-F166EA6B65A7}" dt="2026-09-08T15:05:54.233" v="112" actId="20577"/>
        <pc:sldMkLst>
          <pc:docMk/>
          <pc:sldMk cId="0" sldId="266"/>
        </pc:sldMkLst>
        <pc:spChg chg="mod">
          <ac:chgData name="GIANLUCA CAVANI" userId="87922040f0d244e1" providerId="LiveId" clId="{D9E828B3-A941-4B93-80FD-F166EA6B65A7}" dt="2026-09-08T15:05:54.233" v="112" actId="20577"/>
          <ac:spMkLst>
            <pc:docMk/>
            <pc:sldMk cId="0" sldId="266"/>
            <ac:spMk id="9" creationId="{00000000-0000-0000-0000-000000000000}"/>
          </ac:spMkLst>
        </pc:spChg>
        <pc:spChg chg="del">
          <ac:chgData name="GIANLUCA CAVANI" userId="87922040f0d244e1" providerId="LiveId" clId="{D9E828B3-A941-4B93-80FD-F166EA6B65A7}" dt="2026-09-08T12:12:44.085" v="40" actId="478"/>
          <ac:spMkLst>
            <pc:docMk/>
            <pc:sldMk cId="0" sldId="266"/>
            <ac:spMk id="17" creationId="{4C450058-7DEF-7A71-7A12-E1C2D5356F94}"/>
          </ac:spMkLst>
        </pc:spChg>
        <pc:spChg chg="add del mod">
          <ac:chgData name="GIANLUCA CAVANI" userId="87922040f0d244e1" providerId="LiveId" clId="{D9E828B3-A941-4B93-80FD-F166EA6B65A7}" dt="2026-09-08T12:15:09.229" v="57" actId="478"/>
          <ac:spMkLst>
            <pc:docMk/>
            <pc:sldMk cId="0" sldId="266"/>
            <ac:spMk id="18" creationId="{1830D42B-5D63-F3F2-C3DA-EC807E33615C}"/>
          </ac:spMkLst>
        </pc:spChg>
        <pc:spChg chg="add">
          <ac:chgData name="GIANLUCA CAVANI" userId="87922040f0d244e1" providerId="LiveId" clId="{D9E828B3-A941-4B93-80FD-F166EA6B65A7}" dt="2026-09-08T12:15:10.469" v="58" actId="22"/>
          <ac:spMkLst>
            <pc:docMk/>
            <pc:sldMk cId="0" sldId="266"/>
            <ac:spMk id="20" creationId="{A04CE64D-4AC6-4703-A031-ED530A1FAB1A}"/>
          </ac:spMkLst>
        </pc:spChg>
      </pc:sldChg>
      <pc:sldChg chg="addSp delSp mod">
        <pc:chgData name="GIANLUCA CAVANI" userId="87922040f0d244e1" providerId="LiveId" clId="{D9E828B3-A941-4B93-80FD-F166EA6B65A7}" dt="2026-09-08T12:15:27.872" v="62" actId="22"/>
        <pc:sldMkLst>
          <pc:docMk/>
          <pc:sldMk cId="0" sldId="267"/>
        </pc:sldMkLst>
        <pc:spChg chg="del">
          <ac:chgData name="GIANLUCA CAVANI" userId="87922040f0d244e1" providerId="LiveId" clId="{D9E828B3-A941-4B93-80FD-F166EA6B65A7}" dt="2026-09-08T12:15:26.460" v="61" actId="478"/>
          <ac:spMkLst>
            <pc:docMk/>
            <pc:sldMk cId="0" sldId="267"/>
            <ac:spMk id="19" creationId="{251BF78C-2940-02B3-6200-64E64F7E52AB}"/>
          </ac:spMkLst>
        </pc:spChg>
        <pc:spChg chg="add">
          <ac:chgData name="GIANLUCA CAVANI" userId="87922040f0d244e1" providerId="LiveId" clId="{D9E828B3-A941-4B93-80FD-F166EA6B65A7}" dt="2026-09-08T12:15:27.872" v="62" actId="22"/>
          <ac:spMkLst>
            <pc:docMk/>
            <pc:sldMk cId="0" sldId="267"/>
            <ac:spMk id="20" creationId="{4C7F2062-4182-2305-6743-D55548778DE3}"/>
          </ac:spMkLst>
        </pc:spChg>
      </pc:sldChg>
      <pc:sldChg chg="addSp delSp modSp mod">
        <pc:chgData name="GIANLUCA CAVANI" userId="87922040f0d244e1" providerId="LiveId" clId="{D9E828B3-A941-4B93-80FD-F166EA6B65A7}" dt="2026-09-08T12:16:59.541" v="67" actId="14100"/>
        <pc:sldMkLst>
          <pc:docMk/>
          <pc:sldMk cId="0" sldId="268"/>
        </pc:sldMkLst>
        <pc:spChg chg="add mod">
          <ac:chgData name="GIANLUCA CAVANI" userId="87922040f0d244e1" providerId="LiveId" clId="{D9E828B3-A941-4B93-80FD-F166EA6B65A7}" dt="2026-09-08T12:16:59.541" v="67" actId="14100"/>
          <ac:spMkLst>
            <pc:docMk/>
            <pc:sldMk cId="0" sldId="268"/>
            <ac:spMk id="26" creationId="{4AE20AE1-D635-9C2C-3E17-A11A3FA29751}"/>
          </ac:spMkLst>
        </pc:spChg>
        <pc:spChg chg="del mod">
          <ac:chgData name="GIANLUCA CAVANI" userId="87922040f0d244e1" providerId="LiveId" clId="{D9E828B3-A941-4B93-80FD-F166EA6B65A7}" dt="2026-09-08T12:16:55.463" v="65" actId="478"/>
          <ac:spMkLst>
            <pc:docMk/>
            <pc:sldMk cId="0" sldId="268"/>
            <ac:spMk id="27" creationId="{DA64EAF0-2E2D-572A-65B8-1C36800F7082}"/>
          </ac:spMkLst>
        </pc:spChg>
        <pc:picChg chg="del">
          <ac:chgData name="GIANLUCA CAVANI" userId="87922040f0d244e1" providerId="LiveId" clId="{D9E828B3-A941-4B93-80FD-F166EA6B65A7}" dt="2026-09-07T23:07:24.012" v="24" actId="21"/>
          <ac:picMkLst>
            <pc:docMk/>
            <pc:sldMk cId="0" sldId="268"/>
            <ac:picMk id="3" creationId="{00000000-0000-0000-0000-000000000000}"/>
          </ac:picMkLst>
        </pc:picChg>
        <pc:picChg chg="add mod">
          <ac:chgData name="GIANLUCA CAVANI" userId="87922040f0d244e1" providerId="LiveId" clId="{D9E828B3-A941-4B93-80FD-F166EA6B65A7}" dt="2026-09-07T23:08:05.990" v="35" actId="1076"/>
          <ac:picMkLst>
            <pc:docMk/>
            <pc:sldMk cId="0" sldId="268"/>
            <ac:picMk id="28" creationId="{799AB428-EDC6-A39E-9CB9-7595C27F8449}"/>
          </ac:picMkLst>
        </pc:picChg>
      </pc:sldChg>
      <pc:sldChg chg="addSp delSp modSp mod">
        <pc:chgData name="GIANLUCA CAVANI" userId="87922040f0d244e1" providerId="LiveId" clId="{D9E828B3-A941-4B93-80FD-F166EA6B65A7}" dt="2026-09-08T12:17:06.748" v="69" actId="22"/>
        <pc:sldMkLst>
          <pc:docMk/>
          <pc:sldMk cId="0" sldId="270"/>
        </pc:sldMkLst>
        <pc:spChg chg="del">
          <ac:chgData name="GIANLUCA CAVANI" userId="87922040f0d244e1" providerId="LiveId" clId="{D9E828B3-A941-4B93-80FD-F166EA6B65A7}" dt="2026-09-08T12:13:52.599" v="45" actId="478"/>
          <ac:spMkLst>
            <pc:docMk/>
            <pc:sldMk cId="0" sldId="270"/>
            <ac:spMk id="20" creationId="{C8EB2CC5-052E-61C8-08AD-4DA21E17D649}"/>
          </ac:spMkLst>
        </pc:spChg>
        <pc:spChg chg="add del mod">
          <ac:chgData name="GIANLUCA CAVANI" userId="87922040f0d244e1" providerId="LiveId" clId="{D9E828B3-A941-4B93-80FD-F166EA6B65A7}" dt="2026-09-08T12:17:05.759" v="68" actId="478"/>
          <ac:spMkLst>
            <pc:docMk/>
            <pc:sldMk cId="0" sldId="270"/>
            <ac:spMk id="21" creationId="{6434A974-E300-3B3D-DDB4-786AD468DAE5}"/>
          </ac:spMkLst>
        </pc:spChg>
        <pc:spChg chg="add">
          <ac:chgData name="GIANLUCA CAVANI" userId="87922040f0d244e1" providerId="LiveId" clId="{D9E828B3-A941-4B93-80FD-F166EA6B65A7}" dt="2026-09-08T12:17:06.748" v="69" actId="22"/>
          <ac:spMkLst>
            <pc:docMk/>
            <pc:sldMk cId="0" sldId="270"/>
            <ac:spMk id="23" creationId="{E352E022-A85A-4A38-797C-3370EF5A386A}"/>
          </ac:spMkLst>
        </pc:spChg>
      </pc:sldChg>
      <pc:sldChg chg="addSp delSp modSp mod">
        <pc:chgData name="GIANLUCA CAVANI" userId="87922040f0d244e1" providerId="LiveId" clId="{D9E828B3-A941-4B93-80FD-F166EA6B65A7}" dt="2026-09-08T12:15:37.336" v="64" actId="22"/>
        <pc:sldMkLst>
          <pc:docMk/>
          <pc:sldMk cId="0" sldId="271"/>
        </pc:sldMkLst>
        <pc:spChg chg="mod">
          <ac:chgData name="GIANLUCA CAVANI" userId="87922040f0d244e1" providerId="LiveId" clId="{D9E828B3-A941-4B93-80FD-F166EA6B65A7}" dt="2026-09-07T22:59:40.332" v="7" actId="108"/>
          <ac:spMkLst>
            <pc:docMk/>
            <pc:sldMk cId="0" sldId="271"/>
            <ac:spMk id="6" creationId="{A8F90596-EF63-D761-4361-1785F375564E}"/>
          </ac:spMkLst>
        </pc:spChg>
        <pc:spChg chg="add">
          <ac:chgData name="GIANLUCA CAVANI" userId="87922040f0d244e1" providerId="LiveId" clId="{D9E828B3-A941-4B93-80FD-F166EA6B65A7}" dt="2026-09-08T12:15:37.336" v="64" actId="22"/>
          <ac:spMkLst>
            <pc:docMk/>
            <pc:sldMk cId="0" sldId="271"/>
            <ac:spMk id="7" creationId="{D329EBE4-F62C-6705-87F8-E627DD3474F0}"/>
          </ac:spMkLst>
        </pc:spChg>
        <pc:spChg chg="del">
          <ac:chgData name="GIANLUCA CAVANI" userId="87922040f0d244e1" providerId="LiveId" clId="{D9E828B3-A941-4B93-80FD-F166EA6B65A7}" dt="2026-09-08T12:15:36.431" v="63" actId="478"/>
          <ac:spMkLst>
            <pc:docMk/>
            <pc:sldMk cId="0" sldId="271"/>
            <ac:spMk id="11" creationId="{EB698D01-92F7-ABBE-28EE-A42260AB28EA}"/>
          </ac:spMkLst>
        </pc:spChg>
      </pc:sldChg>
      <pc:sldChg chg="addSp modSp new del mod ord">
        <pc:chgData name="GIANLUCA CAVANI" userId="87922040f0d244e1" providerId="LiveId" clId="{D9E828B3-A941-4B93-80FD-F166EA6B65A7}" dt="2026-09-08T13:23:44.044" v="105" actId="2696"/>
        <pc:sldMkLst>
          <pc:docMk/>
          <pc:sldMk cId="1470892683" sldId="272"/>
        </pc:sldMkLst>
        <pc:spChg chg="add mod">
          <ac:chgData name="GIANLUCA CAVANI" userId="87922040f0d244e1" providerId="LiveId" clId="{D9E828B3-A941-4B93-80FD-F166EA6B65A7}" dt="2026-09-08T13:20:27.291" v="76" actId="1076"/>
          <ac:spMkLst>
            <pc:docMk/>
            <pc:sldMk cId="1470892683" sldId="272"/>
            <ac:spMk id="3" creationId="{3C5E50C4-389F-C8E3-2291-95E866C31938}"/>
          </ac:spMkLst>
        </pc:spChg>
        <pc:spChg chg="add">
          <ac:chgData name="GIANLUCA CAVANI" userId="87922040f0d244e1" providerId="LiveId" clId="{D9E828B3-A941-4B93-80FD-F166EA6B65A7}" dt="2026-09-08T13:20:49.046" v="79" actId="22"/>
          <ac:spMkLst>
            <pc:docMk/>
            <pc:sldMk cId="1470892683" sldId="272"/>
            <ac:spMk id="5" creationId="{F113F248-3155-FCC4-3F7A-6714910318E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6288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0738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image" Target="../media/image15.jpeg"/><Relationship Id="rId4" Type="http://schemas.openxmlformats.org/officeDocument/2006/relationships/image" Target="../media/image14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jpe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078E187D-CA6D-A03E-E2B5-91A7EAC2C7E7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114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439591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Smart Study Rooms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3313708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Trasformare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gli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spazi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universitari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in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ambienti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intelligenti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consapevoli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ottimizzati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per lo studio.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5D75CFF8-B058-BC8A-B3A1-40944A9E5176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114" y="-1191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654149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Il Problema: Studiare Senza Informazioni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2118916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A molti studenti capita di entrare in un’aula e trovarla troppo rumorosa, calda o poco adatta allo studio. Spesso la scelta dell’aula avviene casualmente, senza sapere in anticipo quale sia lo spazio migliore per concentrarsi.</a:t>
            </a:r>
          </a:p>
        </p:txBody>
      </p:sp>
      <p:sp>
        <p:nvSpPr>
          <p:cNvPr id="5" name="Shape 2"/>
          <p:cNvSpPr/>
          <p:nvPr/>
        </p:nvSpPr>
        <p:spPr>
          <a:xfrm>
            <a:off x="661475" y="3238798"/>
            <a:ext cx="3053877" cy="1686818"/>
          </a:xfrm>
          <a:prstGeom prst="roundRect">
            <a:avLst>
              <a:gd name="adj" fmla="val 1681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50482" y="3427809"/>
            <a:ext cx="2675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⏱️</a:t>
            </a: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Tempo Perso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50482" y="3836491"/>
            <a:ext cx="267586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Cercare un'aula adatta distrae e interrompe il ritmo di studio.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3904359" y="3238798"/>
            <a:ext cx="3053976" cy="1686818"/>
          </a:xfrm>
          <a:prstGeom prst="roundRect">
            <a:avLst>
              <a:gd name="adj" fmla="val 1681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4093366" y="3427809"/>
            <a:ext cx="267596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🎲</a:t>
            </a: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Scelta Inconsapevole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4093366" y="4131766"/>
            <a:ext cx="2675962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Senza dati oggettivi, si sceglie per comodità o fortuna.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61475" y="5114627"/>
            <a:ext cx="6296860" cy="1089124"/>
          </a:xfrm>
          <a:prstGeom prst="roundRect">
            <a:avLst>
              <a:gd name="adj" fmla="val 2603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850482" y="5303639"/>
            <a:ext cx="591884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Spazi Sottoutilizzati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850482" y="5712321"/>
            <a:ext cx="591884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L'università non sa come vengono usati i suoi ambienti.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45120"/>
            <a:ext cx="10868745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La Soluzione: Smart Study Rooms</a:t>
            </a:r>
            <a:endParaRPr lang="en-US" sz="31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070" y="1505545"/>
            <a:ext cx="5888287" cy="33367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87207" y="2392660"/>
            <a:ext cx="354926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Come Funziona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7987207" y="2780209"/>
            <a:ext cx="3549264" cy="118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Smart Study Rooms è un servizio modulare che trasforma ogni aula in uno spazio "smart". Tramite un piccolo kit di monitoraggio, i parametri ambientali vengono raccolti e comunicati in tempo reale agli studenti tramite app.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61475" y="514945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B4150"/>
                </a:solidFill>
                <a:ea typeface="MuseoModerno Light" pitchFamily="34" charset="-122"/>
                <a:cs typeface="MuseoModerno Light" pitchFamily="34" charset="-120"/>
              </a:rPr>
              <a:t>01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61475" y="5403354"/>
            <a:ext cx="3531901" cy="19050"/>
          </a:xfrm>
          <a:prstGeom prst="rect">
            <a:avLst/>
          </a:prstGeom>
          <a:solidFill>
            <a:srgbClr val="325F7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5"/>
          <p:cNvSpPr/>
          <p:nvPr/>
        </p:nvSpPr>
        <p:spPr>
          <a:xfrm>
            <a:off x="661475" y="5521722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Apri </a:t>
            </a:r>
            <a:r>
              <a:rPr lang="en-US" sz="155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l'app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661475" y="5854601"/>
            <a:ext cx="3531901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Confronti le aule disponibili in tempo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reale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329897" y="514945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B4150"/>
                </a:solidFill>
                <a:ea typeface="MuseoModerno Light" pitchFamily="34" charset="-122"/>
              </a:rPr>
              <a:t>02</a:t>
            </a:r>
          </a:p>
        </p:txBody>
      </p:sp>
      <p:sp>
        <p:nvSpPr>
          <p:cNvPr id="11" name="Shape 8"/>
          <p:cNvSpPr/>
          <p:nvPr/>
        </p:nvSpPr>
        <p:spPr>
          <a:xfrm>
            <a:off x="4329897" y="5403354"/>
            <a:ext cx="3531901" cy="19050"/>
          </a:xfrm>
          <a:prstGeom prst="rect">
            <a:avLst/>
          </a:prstGeom>
          <a:solidFill>
            <a:srgbClr val="325F7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4329897" y="5521722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Il sistema suggerisce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4329897" y="5854601"/>
            <a:ext cx="3531901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L'ambiente più adatto alle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tue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preferenze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998319" y="514945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B4150"/>
                </a:solidFill>
                <a:ea typeface="MuseoModerno Light" pitchFamily="34" charset="-122"/>
              </a:rPr>
              <a:t>03</a:t>
            </a:r>
          </a:p>
        </p:txBody>
      </p:sp>
      <p:sp>
        <p:nvSpPr>
          <p:cNvPr id="15" name="Shape 12"/>
          <p:cNvSpPr/>
          <p:nvPr/>
        </p:nvSpPr>
        <p:spPr>
          <a:xfrm>
            <a:off x="7998319" y="5403354"/>
            <a:ext cx="3531901" cy="19050"/>
          </a:xfrm>
          <a:prstGeom prst="rect">
            <a:avLst/>
          </a:prstGeom>
          <a:solidFill>
            <a:srgbClr val="325F7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7998319" y="5521722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Studi in condizioni ottimali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7998319" y="5854601"/>
            <a:ext cx="3531901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Senza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perdere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tempo.</a:t>
            </a:r>
            <a:endParaRPr lang="en-US" sz="1250" dirty="0"/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CED2EF7C-6657-1934-F547-ED9D5D4B9896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2122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Valore e Scalabilità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463899"/>
            <a:ext cx="378014" cy="37802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3078163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Per lo Studente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61475" y="3486845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Risparmia tempo, migliora la concentrazione e trova sempre lo spazio ideale per il proprio stile di studio.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3135" y="2463899"/>
            <a:ext cx="378014" cy="37802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63135" y="3078163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Per l'Ateneo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363135" y="3486845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Consapevolezza sulla qualità degli ambienti, ottimizzazione degli spazi e dati utili per la gestione.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794" y="2463899"/>
            <a:ext cx="378014" cy="37802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064794" y="3078163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Scalabile e Versatile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064794" y="3486845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Dalle aule universitarie a biblioteche, campus, scuole e coworking. Partendo da poche stanze fino all'intero edificio.</a:t>
            </a:r>
            <a:endParaRPr lang="en-US" sz="1450" dirty="0"/>
          </a:p>
        </p:txBody>
      </p:sp>
      <p:sp>
        <p:nvSpPr>
          <p:cNvPr id="12" name="Shape 7"/>
          <p:cNvSpPr/>
          <p:nvPr/>
        </p:nvSpPr>
        <p:spPr>
          <a:xfrm>
            <a:off x="661475" y="4606727"/>
            <a:ext cx="10868745" cy="755948"/>
          </a:xfrm>
          <a:prstGeom prst="roundRect">
            <a:avLst>
              <a:gd name="adj" fmla="val 3751"/>
            </a:avLst>
          </a:prstGeom>
          <a:solidFill>
            <a:srgbClr val="DB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8"/>
          <p:cNvSpPr/>
          <p:nvPr/>
        </p:nvSpPr>
        <p:spPr>
          <a:xfrm>
            <a:off x="1039489" y="4842966"/>
            <a:ext cx="1067507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La differenza chiave:</a:t>
            </a:r>
            <a:r>
              <a:rPr lang="en-US" sz="14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Smart Study Rooms non mostra solo numeri ma trasforma i dati in una decisione chiara e immediata.</a:t>
            </a:r>
            <a:endParaRPr lang="en-US" sz="1450" dirty="0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46BDE3F8-4B97-6EA4-B5E8-5A8A7FB4963C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233360" y="2870895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Architettura del Sistema</a:t>
            </a:r>
            <a:endParaRPr lang="en-US" sz="3700" dirty="0"/>
          </a:p>
        </p:txBody>
      </p:sp>
      <p:sp>
        <p:nvSpPr>
          <p:cNvPr id="6" name="Text 3"/>
          <p:cNvSpPr/>
          <p:nvPr/>
        </p:nvSpPr>
        <p:spPr>
          <a:xfrm>
            <a:off x="5233360" y="3745012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Dal prototipo alla visione finale: come è strutturato Smart Study Rooms a livello tecnico.</a:t>
            </a:r>
            <a:endParaRPr lang="en-US" sz="1600" dirty="0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908EFA9C-509F-0DC6-8C5B-0018EEFF0D7A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1019"/>
            <a:ext cx="10868745" cy="383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Architettura a Cinque Livelli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124545"/>
            <a:ext cx="3534679" cy="353476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135732" y="2392829"/>
            <a:ext cx="5284556" cy="8351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Il sistema è progettato come un'architettura IoT modulare, organizzata in livelli indipendenti. Ogni livello ha un ruolo preciso e può essere aggiornato senza impattare gli altri.</a:t>
            </a:r>
            <a:endParaRPr lang="en-US" sz="16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739084"/>
            <a:ext cx="2657309" cy="83512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47803" y="4874617"/>
            <a:ext cx="233545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🔵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Fisico</a:t>
            </a:r>
            <a:endParaRPr lang="en-US" sz="1200" dirty="0"/>
          </a:p>
          <a:p>
            <a:pPr>
              <a:lnSpc>
                <a:spcPct val="104000"/>
              </a:lnSpc>
            </a:pP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47803" y="5114429"/>
            <a:ext cx="2335452" cy="324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Sensori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di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temperatura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umidità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rumore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+ LED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attuatori</a:t>
            </a:r>
            <a:endParaRPr lang="en-US" sz="9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8554" y="4739084"/>
            <a:ext cx="2657409" cy="83512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584882" y="4874617"/>
            <a:ext cx="2335551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⚙️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Embedded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3584882" y="5114429"/>
            <a:ext cx="2335551" cy="324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Arduino UNO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legge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sensori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 produce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dati</a:t>
            </a:r>
            <a:endParaRPr lang="en-US" sz="9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35732" y="4739084"/>
            <a:ext cx="2657309" cy="83512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322061" y="4874617"/>
            <a:ext cx="233545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🌐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Bridge</a:t>
            </a:r>
            <a:endParaRPr lang="en-US" sz="1200" dirty="0"/>
          </a:p>
          <a:p>
            <a:pPr>
              <a:lnSpc>
                <a:spcPct val="104000"/>
              </a:lnSpc>
            </a:pP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6322061" y="5114429"/>
            <a:ext cx="2335452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Python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valida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timestampa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invia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al cloud</a:t>
            </a:r>
            <a:endParaRPr lang="en-US" sz="9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72812" y="4739084"/>
            <a:ext cx="2657409" cy="83512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059140" y="4874617"/>
            <a:ext cx="2335551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☁️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Cloud</a:t>
            </a:r>
            <a:endParaRPr lang="en-US" sz="1200" dirty="0"/>
          </a:p>
        </p:txBody>
      </p:sp>
      <p:sp>
        <p:nvSpPr>
          <p:cNvPr id="16" name="Text 9"/>
          <p:cNvSpPr/>
          <p:nvPr/>
        </p:nvSpPr>
        <p:spPr>
          <a:xfrm>
            <a:off x="9059140" y="5114429"/>
            <a:ext cx="2335551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Firebase Realtime Database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sincronizza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dati</a:t>
            </a:r>
            <a:endParaRPr lang="en-US" sz="95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95775" y="5728960"/>
            <a:ext cx="2883910" cy="858361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4778644" y="5882151"/>
            <a:ext cx="233545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📱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Applicativo</a:t>
            </a:r>
            <a:endParaRPr lang="en-US" sz="1200" dirty="0"/>
          </a:p>
        </p:txBody>
      </p:sp>
      <p:sp>
        <p:nvSpPr>
          <p:cNvPr id="19" name="Text 11"/>
          <p:cNvSpPr/>
          <p:nvPr/>
        </p:nvSpPr>
        <p:spPr>
          <a:xfrm>
            <a:off x="4778644" y="6128709"/>
            <a:ext cx="2026027" cy="3808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Android app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mostra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aule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in tempo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reale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</a:p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riceve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notifiche</a:t>
            </a:r>
            <a:endParaRPr lang="en-US" sz="950" dirty="0"/>
          </a:p>
        </p:txBody>
      </p:sp>
      <p:sp>
        <p:nvSpPr>
          <p:cNvPr id="21" name="Rettangolo 20">
            <a:extLst>
              <a:ext uri="{FF2B5EF4-FFF2-40B4-BE49-F238E27FC236}">
                <a16:creationId xmlns:a16="http://schemas.microsoft.com/office/drawing/2014/main" id="{A21472C9-361B-D20B-6ED0-5A7B43C7B475}"/>
              </a:ext>
            </a:extLst>
          </p:cNvPr>
          <p:cNvSpPr/>
          <p:nvPr/>
        </p:nvSpPr>
        <p:spPr>
          <a:xfrm>
            <a:off x="10201516" y="6349391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58912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Flusso dei Dati e Struttura Firebase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61475" y="1373287"/>
            <a:ext cx="1147833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Firebase Realtime Database rappresenta il </a:t>
            </a:r>
            <a:r>
              <a:rPr lang="en-US" sz="1400" dirty="0">
                <a:solidFill>
                  <a:srgbClr val="2B4150"/>
                </a:solidFill>
                <a:latin typeface="Source Sans 3" panose="020B0604020202020204" charset="0"/>
                <a:ea typeface="Source Sans 3 Bold" pitchFamily="34" charset="-122"/>
                <a:cs typeface="Source Sans 3 Bold" pitchFamily="34" charset="-120"/>
              </a:rPr>
              <a:t>digital twin cloud</a:t>
            </a:r>
            <a:r>
              <a:rPr lang="en-US" sz="1400" dirty="0">
                <a:solidFill>
                  <a:srgbClr val="2B4150"/>
                </a:solidFill>
                <a:latin typeface="Source Sans 3" panose="020B060402020202020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4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delle aule: non solo dati grezzi, ma lo stato digitale completo dell'intero sistema.</a:t>
            </a:r>
            <a:endParaRPr lang="en-US" sz="1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991" y="1676844"/>
            <a:ext cx="5125046" cy="51251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86640" y="2251273"/>
            <a:ext cx="2564443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6456895" y="2421533"/>
            <a:ext cx="2223933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rooms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456895" y="2778720"/>
            <a:ext cx="2223933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Stato corrente letto in tempo reale dall'app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972028" y="2251273"/>
            <a:ext cx="2564542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9142283" y="2421533"/>
            <a:ext cx="2224032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history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9142283" y="2778720"/>
            <a:ext cx="2224032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Serie temporale con timestamp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6640" y="3505299"/>
            <a:ext cx="2564443" cy="915392"/>
          </a:xfrm>
          <a:prstGeom prst="roundRect">
            <a:avLst>
              <a:gd name="adj" fmla="val 2478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6456895" y="3675559"/>
            <a:ext cx="2223933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predictions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56895" y="4032746"/>
            <a:ext cx="2223933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Score futuro stimato via ML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972028" y="3505299"/>
            <a:ext cx="2564542" cy="915392"/>
          </a:xfrm>
          <a:prstGeom prst="roundRect">
            <a:avLst>
              <a:gd name="adj" fmla="val 2478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9142283" y="3675559"/>
            <a:ext cx="2224032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recommendation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9142283" y="4032746"/>
            <a:ext cx="2224032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Aula migliore per l'utente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86640" y="4541639"/>
            <a:ext cx="2564443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6456895" y="4711898"/>
            <a:ext cx="2223933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actuators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56895" y="5069086"/>
            <a:ext cx="2223933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Stato LED bestRoomLed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8972028" y="4541639"/>
            <a:ext cx="2564542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8"/>
          <p:cNvSpPr/>
          <p:nvPr/>
        </p:nvSpPr>
        <p:spPr>
          <a:xfrm>
            <a:off x="9142283" y="4711898"/>
            <a:ext cx="2224032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settings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9142283" y="5069086"/>
            <a:ext cx="2224032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Preferenza: balanced, quiet, comfort</a:t>
            </a:r>
            <a:endParaRPr lang="en-US" sz="1150" dirty="0"/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782C5826-563E-41C1-BA2C-70895A7E2C98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1374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400" dirty="0">
                <a:solidFill>
                  <a:srgbClr val="124E73"/>
                </a:solidFill>
                <a:latin typeface="MuseoModerno Medium" pitchFamily="34" charset="0"/>
              </a:rPr>
              <a:t>Roadmap: Cosa </a:t>
            </a:r>
            <a:r>
              <a:rPr lang="en-US" sz="3400" dirty="0" err="1">
                <a:solidFill>
                  <a:srgbClr val="124E73"/>
                </a:solidFill>
                <a:latin typeface="MuseoModerno Medium" pitchFamily="34" charset="0"/>
              </a:rPr>
              <a:t>Viene</a:t>
            </a:r>
            <a:r>
              <a:rPr lang="en-US" sz="3400" dirty="0">
                <a:solidFill>
                  <a:srgbClr val="124E73"/>
                </a:solidFill>
                <a:latin typeface="MuseoModerno Medium" pitchFamily="34" charset="0"/>
              </a:rPr>
              <a:t> Dopo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931987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Smart Study Rooms è già un buon prototipo e ha tutte le carte in regola per diventare un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prodotto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completo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697460"/>
            <a:ext cx="1117572" cy="6906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1475" y="3624362"/>
            <a:ext cx="25399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ateway </a:t>
            </a:r>
            <a:r>
              <a:rPr lang="en-US" sz="2000" b="1" kern="0" spc="-56" dirty="0" err="1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Dedicato</a:t>
            </a:r>
            <a:endParaRPr lang="en-US" sz="2000" b="1" dirty="0"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661475" y="4033044"/>
            <a:ext cx="25399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Bridge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su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Raspberry Pi sempre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acceso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,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indipendente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dal PC.</a:t>
            </a: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7645" y="2697460"/>
            <a:ext cx="1117572" cy="6906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437645" y="3624362"/>
            <a:ext cx="25400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Cloud &amp; FCM</a:t>
            </a:r>
            <a:endParaRPr lang="en-US" sz="2000" b="1" dirty="0"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3437645" y="4033044"/>
            <a:ext cx="25400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33000"/>
              </a:lnSpc>
            </a:pP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Notifiche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push via Firebase Cloud Messaging.</a:t>
            </a: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3915" y="2697460"/>
            <a:ext cx="1117572" cy="69066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213915" y="3624362"/>
            <a:ext cx="2540036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Meccanismo di Raffreddamento e Riscaldamento</a:t>
            </a:r>
            <a:endParaRPr lang="en-US" b="1" dirty="0"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 7"/>
          <p:cNvSpPr/>
          <p:nvPr/>
        </p:nvSpPr>
        <p:spPr>
          <a:xfrm>
            <a:off x="6213915" y="4623594"/>
            <a:ext cx="2540036" cy="10206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  <a:spcAft>
                <a:spcPts val="850"/>
              </a:spcAft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Sostituzione dei led utilizzati con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condizionatori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reali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0184" y="2697460"/>
            <a:ext cx="1117572" cy="69066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990184" y="3624362"/>
            <a:ext cx="25400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AI </a:t>
            </a:r>
            <a:r>
              <a:rPr lang="en-US" sz="2000" b="1" kern="0" spc="-56" dirty="0" err="1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Avanzata</a:t>
            </a:r>
            <a:endParaRPr lang="en-US" sz="2000" b="1" kern="0" spc="-56" dirty="0">
              <a:solidFill>
                <a:srgbClr val="2B2E3C"/>
              </a:solidFill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8990184" y="4033044"/>
            <a:ext cx="25400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Predizioni di occupazione, qualità dell'aria (CO2) 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suggerimenti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automatici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A04CE64D-4AC6-4703-A031-ED530A1FAB1A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233360" y="3022104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Il Prototipo in Dettaglio</a:t>
            </a:r>
            <a:endParaRPr lang="en-US" sz="3700" dirty="0"/>
          </a:p>
        </p:txBody>
      </p:sp>
      <p:sp>
        <p:nvSpPr>
          <p:cNvPr id="6" name="Text 3"/>
          <p:cNvSpPr/>
          <p:nvPr/>
        </p:nvSpPr>
        <p:spPr>
          <a:xfrm>
            <a:off x="5233360" y="3896221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Come i componenti collaborano durante il funzionamento reale del sistema.</a:t>
            </a:r>
            <a:endParaRPr lang="en-US" sz="1600" dirty="0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577826C6-BB0D-09A7-E574-DC0813B84765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676" y="1005384"/>
            <a:ext cx="2719716" cy="27197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3937794"/>
            <a:ext cx="426570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sp>
        <p:nvSpPr>
          <p:cNvPr id="4" name="Text 1"/>
          <p:cNvSpPr/>
          <p:nvPr/>
        </p:nvSpPr>
        <p:spPr>
          <a:xfrm>
            <a:off x="4785101" y="962819"/>
            <a:ext cx="1846712" cy="653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4785101" y="1786731"/>
            <a:ext cx="2456297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124E73"/>
                </a:solidFill>
                <a:latin typeface="MuseoModerno Medium" pitchFamily="34" charset="0"/>
              </a:rPr>
              <a:t>Pin </a:t>
            </a:r>
            <a:r>
              <a:rPr lang="en-US" sz="1600" dirty="0" err="1">
                <a:solidFill>
                  <a:srgbClr val="124E73"/>
                </a:solidFill>
                <a:latin typeface="MuseoModerno Medium" pitchFamily="34" charset="0"/>
              </a:rPr>
              <a:t>utilizzati</a:t>
            </a:r>
            <a:r>
              <a:rPr lang="en-US" sz="1600" kern="0" spc="-30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US" sz="16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4785101" y="2259211"/>
            <a:ext cx="1846712" cy="1647626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DHT22 = 2;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KY-037 = A1;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Led giallo = 11;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Led verde = 12;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Led rosso = 13</a:t>
            </a:r>
          </a:p>
        </p:txBody>
      </p:sp>
      <p:sp>
        <p:nvSpPr>
          <p:cNvPr id="7" name="Text 4"/>
          <p:cNvSpPr/>
          <p:nvPr/>
        </p:nvSpPr>
        <p:spPr>
          <a:xfrm>
            <a:off x="7099322" y="1786731"/>
            <a:ext cx="4666580" cy="546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200" dirty="0">
                <a:solidFill>
                  <a:srgbClr val="124E73"/>
                </a:solidFill>
                <a:latin typeface="MuseoModerno Medium" pitchFamily="34" charset="0"/>
              </a:rPr>
              <a:t>I Nodi IoT </a:t>
            </a:r>
            <a:r>
              <a:rPr lang="en-US" sz="3200" dirty="0" err="1">
                <a:solidFill>
                  <a:srgbClr val="124E73"/>
                </a:solidFill>
                <a:latin typeface="MuseoModerno Medium" pitchFamily="34" charset="0"/>
              </a:rPr>
              <a:t>nelle</a:t>
            </a:r>
            <a:r>
              <a:rPr lang="en-US" sz="3200" dirty="0">
                <a:solidFill>
                  <a:srgbClr val="124E73"/>
                </a:solidFill>
                <a:latin typeface="MuseoModerno Medium" pitchFamily="34" charset="0"/>
              </a:rPr>
              <a:t> Aule</a:t>
            </a:r>
          </a:p>
        </p:txBody>
      </p:sp>
      <p:sp>
        <p:nvSpPr>
          <p:cNvPr id="8" name="Text 5"/>
          <p:cNvSpPr/>
          <p:nvPr/>
        </p:nvSpPr>
        <p:spPr>
          <a:xfrm>
            <a:off x="7099321" y="2547144"/>
            <a:ext cx="444350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Ogni aula è equipaggiata con un nodo autonomo basato su Arduino UNO, collegato via USB al PC, e i suoi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relativi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sensori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622899"/>
            <a:ext cx="3496877" cy="1442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77479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Sensore DHT22</a:t>
            </a:r>
            <a:endParaRPr lang="en-US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977479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Temperatura e umidità con precisione ±0.5°C</a:t>
            </a: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7359" y="4622899"/>
            <a:ext cx="3496877" cy="144234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663363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Sensore KY-037</a:t>
            </a:r>
            <a:endParaRPr lang="en-US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Text 9"/>
          <p:cNvSpPr/>
          <p:nvPr/>
        </p:nvSpPr>
        <p:spPr>
          <a:xfrm>
            <a:off x="4663363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Rilevazione del rumore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ambientale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analogico</a:t>
            </a:r>
            <a:endParaRPr lang="en-US" sz="15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33244" y="4622899"/>
            <a:ext cx="3496877" cy="144234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349247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Comunicazione Seriale</a:t>
            </a:r>
            <a:endParaRPr lang="en-US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8349247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Dati JSON a 115200 baud ogni 10 secondi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4C7F2062-4182-2305-6743-D55548778DE3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2793" y="612984"/>
            <a:ext cx="7266260" cy="31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R="0" lvl="0" indent="0" fontAlgn="auto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dirty="0">
                <a:solidFill>
                  <a:srgbClr val="124E73"/>
                </a:solidFill>
                <a:latin typeface="MuseoModerno Medium" pitchFamily="34" charset="0"/>
              </a:rPr>
              <a:t>Bridge e script Python</a:t>
            </a:r>
          </a:p>
        </p:txBody>
      </p:sp>
      <p:sp>
        <p:nvSpPr>
          <p:cNvPr id="3" name="Text 1"/>
          <p:cNvSpPr/>
          <p:nvPr/>
        </p:nvSpPr>
        <p:spPr>
          <a:xfrm>
            <a:off x="655430" y="786823"/>
            <a:ext cx="10868745" cy="4946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ource Sans 3" panose="020B06040202020202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52793" y="2451813"/>
            <a:ext cx="1877805" cy="2210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srgbClr val="124E73"/>
                </a:solidFill>
                <a:latin typeface="MuseoModerno Medium" pitchFamily="34" charset="0"/>
              </a:rPr>
              <a:t>Perchè esiste il bridge:</a:t>
            </a:r>
          </a:p>
        </p:txBody>
      </p:sp>
      <p:sp>
        <p:nvSpPr>
          <p:cNvPr id="21" name="Text 19"/>
          <p:cNvSpPr/>
          <p:nvPr/>
        </p:nvSpPr>
        <p:spPr>
          <a:xfrm>
            <a:off x="5904986" y="2455078"/>
            <a:ext cx="3396109" cy="302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lvl="0">
              <a:defRPr/>
            </a:pPr>
            <a:r>
              <a:rPr lang="en-US" sz="1600" dirty="0">
                <a:solidFill>
                  <a:srgbClr val="124E73"/>
                </a:solidFill>
                <a:latin typeface="MuseoModerno Medium" pitchFamily="34" charset="0"/>
              </a:rPr>
              <a:t>Perchè esiste lo script</a:t>
            </a:r>
            <a:r>
              <a:rPr lang="it-IT" sz="1600" dirty="0">
                <a:solidFill>
                  <a:srgbClr val="124E73"/>
                </a:solidFill>
                <a:latin typeface="MuseoModerno Medium" pitchFamily="34" charset="0"/>
              </a:rPr>
              <a:t>:</a:t>
            </a:r>
            <a:endParaRPr lang="en-US" sz="1600" dirty="0">
              <a:solidFill>
                <a:srgbClr val="124E73"/>
              </a:solidFill>
              <a:latin typeface="MuseoModerno Medium" pitchFamily="34" charset="0"/>
            </a:endParaRPr>
          </a:p>
        </p:txBody>
      </p:sp>
      <p:pic>
        <p:nvPicPr>
          <p:cNvPr id="3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481" y="4598558"/>
            <a:ext cx="3966463" cy="1555020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2430598" y="4597253"/>
            <a:ext cx="1902017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Arduino → Python</a:t>
            </a:r>
          </a:p>
        </p:txBody>
      </p:sp>
      <p:sp>
        <p:nvSpPr>
          <p:cNvPr id="37" name="Text 34"/>
          <p:cNvSpPr/>
          <p:nvPr/>
        </p:nvSpPr>
        <p:spPr>
          <a:xfrm>
            <a:off x="6923861" y="5847888"/>
            <a:ext cx="3330482" cy="488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Script Python → Bridge Server</a:t>
            </a:r>
          </a:p>
        </p:txBody>
      </p:sp>
      <p:sp>
        <p:nvSpPr>
          <p:cNvPr id="38" name="Text 35"/>
          <p:cNvSpPr/>
          <p:nvPr/>
        </p:nvSpPr>
        <p:spPr>
          <a:xfrm>
            <a:off x="6690594" y="4598558"/>
            <a:ext cx="3330481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R="0" lvl="0" indent="0" algn="r" fontAlgn="auto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Bridge Server → Script Python</a:t>
            </a:r>
          </a:p>
        </p:txBody>
      </p:sp>
      <p:sp>
        <p:nvSpPr>
          <p:cNvPr id="39" name="Text 36"/>
          <p:cNvSpPr/>
          <p:nvPr/>
        </p:nvSpPr>
        <p:spPr>
          <a:xfrm>
            <a:off x="2430598" y="5833993"/>
            <a:ext cx="1902017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>
              <a:lnSpc>
                <a:spcPct val="104000"/>
              </a:lnSpc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Python → Arduino</a:t>
            </a: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13A4E756-3C0C-B134-108F-CA40587F5E47}"/>
              </a:ext>
            </a:extLst>
          </p:cNvPr>
          <p:cNvSpPr txBox="1"/>
          <p:nvPr/>
        </p:nvSpPr>
        <p:spPr>
          <a:xfrm>
            <a:off x="458955" y="2822615"/>
            <a:ext cx="421568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Impedisce ai nodi di comunicare direttamente con Firebase, garantendo sicurezza e supportando future integrazioni AI.</a:t>
            </a:r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D3ACB3DB-AA8C-F396-3B03-85200EBFDFF4}"/>
              </a:ext>
            </a:extLst>
          </p:cNvPr>
          <p:cNvSpPr txBox="1"/>
          <p:nvPr/>
        </p:nvSpPr>
        <p:spPr>
          <a:xfrm>
            <a:off x="5830341" y="2817932"/>
            <a:ext cx="527308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Collega Arduino al Bridge, inviando i dati dei sensori e gestendo il LED tramite comandi seriali, con controllo degli eventuali errori di comunicazione.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8F90596-EF63-D761-4361-1785F375564E}"/>
              </a:ext>
            </a:extLst>
          </p:cNvPr>
          <p:cNvSpPr txBox="1"/>
          <p:nvPr/>
        </p:nvSpPr>
        <p:spPr>
          <a:xfrm>
            <a:off x="458955" y="1311022"/>
            <a:ext cx="1109733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Il Bridge è il cuore del sistema: raccoglie e valida i dati, aggiorna Firebase, individua la stanza migliore e controlla i LED tramite Arduino.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D329EBE4-F62C-6705-87F8-E627DD3474F0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233360" y="419100"/>
            <a:ext cx="6296860" cy="4060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ct val="104000"/>
              </a:lnSpc>
              <a:buNone/>
            </a:pPr>
            <a:r>
              <a:rPr lang="en-US" sz="3200" dirty="0">
                <a:solidFill>
                  <a:srgbClr val="124E73"/>
                </a:solidFill>
                <a:latin typeface="MuseoModerno Medium" pitchFamily="34" charset="0"/>
              </a:rPr>
              <a:t>App Android</a:t>
            </a:r>
          </a:p>
        </p:txBody>
      </p:sp>
      <p:sp>
        <p:nvSpPr>
          <p:cNvPr id="5" name="Text 1"/>
          <p:cNvSpPr/>
          <p:nvPr/>
        </p:nvSpPr>
        <p:spPr>
          <a:xfrm>
            <a:off x="5233360" y="958821"/>
            <a:ext cx="6906444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Un'app nativa in Java/XML che legge da Firebase e ti guida verso l'aula migliore.</a:t>
            </a:r>
          </a:p>
        </p:txBody>
      </p:sp>
      <p:sp>
        <p:nvSpPr>
          <p:cNvPr id="6" name="Shape 2"/>
          <p:cNvSpPr/>
          <p:nvPr/>
        </p:nvSpPr>
        <p:spPr>
          <a:xfrm>
            <a:off x="5233360" y="1335782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3"/>
          <p:cNvSpPr/>
          <p:nvPr/>
        </p:nvSpPr>
        <p:spPr>
          <a:xfrm>
            <a:off x="5369584" y="1472009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76738" y="1579166"/>
            <a:ext cx="175414" cy="17541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369584" y="1951137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Score in Tempo Reale</a:t>
            </a:r>
            <a:endParaRPr lang="en-US" sz="15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 5"/>
          <p:cNvSpPr/>
          <p:nvPr/>
        </p:nvSpPr>
        <p:spPr>
          <a:xfrm>
            <a:off x="5369584" y="2207716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Calcolato da temperatura, umidità e rumore con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pesi</a:t>
            </a: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personalizzabili</a:t>
            </a:r>
            <a:endParaRPr lang="en-US" sz="14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sp>
        <p:nvSpPr>
          <p:cNvPr id="11" name="Shape 6"/>
          <p:cNvSpPr/>
          <p:nvPr/>
        </p:nvSpPr>
        <p:spPr>
          <a:xfrm>
            <a:off x="5233360" y="2608659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7"/>
          <p:cNvSpPr/>
          <p:nvPr/>
        </p:nvSpPr>
        <p:spPr>
          <a:xfrm>
            <a:off x="5369584" y="2744887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76738" y="2852043"/>
            <a:ext cx="175414" cy="17541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369584" y="3224014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Notifiche</a:t>
            </a:r>
            <a:r>
              <a:rPr lang="en-US" sz="14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 Intelligenti</a:t>
            </a:r>
            <a:endParaRPr lang="en-US" sz="14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5369584" y="3480594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Avviso quando il rumore supera 30 dB, silenziato automaticamente sotto 20 dB</a:t>
            </a:r>
          </a:p>
        </p:txBody>
      </p:sp>
      <p:sp>
        <p:nvSpPr>
          <p:cNvPr id="16" name="Shape 10"/>
          <p:cNvSpPr/>
          <p:nvPr/>
        </p:nvSpPr>
        <p:spPr>
          <a:xfrm>
            <a:off x="5233360" y="3881537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1"/>
          <p:cNvSpPr/>
          <p:nvPr/>
        </p:nvSpPr>
        <p:spPr>
          <a:xfrm>
            <a:off x="5369584" y="4017764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76738" y="4124920"/>
            <a:ext cx="175414" cy="175419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369584" y="4496891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Preferenze Utente</a:t>
            </a:r>
            <a:endParaRPr lang="en-US" sz="15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0" name="Text 13"/>
          <p:cNvSpPr/>
          <p:nvPr/>
        </p:nvSpPr>
        <p:spPr>
          <a:xfrm>
            <a:off x="5369584" y="4753471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3000"/>
              </a:lnSpc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Bilanciata, Priorità Silenzio o Priorità Comfort: i pesi dello score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si</a:t>
            </a: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adattano</a:t>
            </a:r>
            <a:endParaRPr lang="en-US" sz="14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5233360" y="5154414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15"/>
          <p:cNvSpPr/>
          <p:nvPr/>
        </p:nvSpPr>
        <p:spPr>
          <a:xfrm>
            <a:off x="5369584" y="5290641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76738" y="5397798"/>
            <a:ext cx="175414" cy="175419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369584" y="5769769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Classificazione Aule</a:t>
            </a:r>
            <a:endParaRPr lang="en-US" sz="15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5369584" y="6026348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ct val="11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Consigliata (≥80), Accettabile (≥60), Poco adatta (≥40), Sconsigliata (&lt;40)</a:t>
            </a:r>
          </a:p>
        </p:txBody>
      </p:sp>
      <p:pic>
        <p:nvPicPr>
          <p:cNvPr id="28" name="Immagine 27">
            <a:extLst>
              <a:ext uri="{FF2B5EF4-FFF2-40B4-BE49-F238E27FC236}">
                <a16:creationId xmlns:a16="http://schemas.microsoft.com/office/drawing/2014/main" id="{799AB428-EDC6-A39E-9CB9-7595C27F844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086" y="199760"/>
            <a:ext cx="2996465" cy="6251510"/>
          </a:xfrm>
          <a:prstGeom prst="rect">
            <a:avLst/>
          </a:prstGeom>
        </p:spPr>
      </p:pic>
      <p:sp>
        <p:nvSpPr>
          <p:cNvPr id="26" name="Rettangolo 25">
            <a:extLst>
              <a:ext uri="{FF2B5EF4-FFF2-40B4-BE49-F238E27FC236}">
                <a16:creationId xmlns:a16="http://schemas.microsoft.com/office/drawing/2014/main" id="{4AE20AE1-D635-9C2C-3E17-A11A3FA29751}"/>
              </a:ext>
            </a:extLst>
          </p:cNvPr>
          <p:cNvSpPr/>
          <p:nvPr/>
        </p:nvSpPr>
        <p:spPr>
          <a:xfrm>
            <a:off x="10913577" y="6427290"/>
            <a:ext cx="1220585" cy="370061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9120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ct val="104000"/>
              </a:lnSpc>
              <a:buNone/>
            </a:pPr>
            <a:r>
              <a:rPr lang="en-US" sz="3600" dirty="0">
                <a:solidFill>
                  <a:srgbClr val="124E73"/>
                </a:solidFill>
                <a:latin typeface="MuseoModerno Medium" pitchFamily="34" charset="0"/>
              </a:rPr>
              <a:t>Predizioni ML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849903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dirty="0">
                <a:solidFill>
                  <a:srgbClr val="2B4150"/>
                </a:solidFill>
                <a:latin typeface="Source Sans 3" pitchFamily="34" charset="0"/>
              </a:rPr>
              <a:t>Il modulo lm/predictor.py trasforma lo storico in intelligenza predittiva usando un </a:t>
            </a:r>
            <a:r>
              <a:rPr lang="en-US" dirty="0" err="1">
                <a:solidFill>
                  <a:srgbClr val="2B4150"/>
                </a:solidFill>
                <a:latin typeface="Source Sans 3" pitchFamily="34" charset="0"/>
              </a:rPr>
              <a:t>RandomForestRegressor</a:t>
            </a:r>
            <a:r>
              <a:rPr lang="en-US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2480370"/>
            <a:ext cx="10868745" cy="2015430"/>
          </a:xfrm>
          <a:prstGeom prst="roundRect">
            <a:avLst>
              <a:gd name="adj" fmla="val 3939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67825" y="2486720"/>
            <a:ext cx="3618616" cy="2002730"/>
          </a:xfrm>
          <a:custGeom>
            <a:avLst/>
            <a:gdLst/>
            <a:ahLst/>
            <a:cxnLst/>
            <a:rect l="l" t="t" r="r" b="b"/>
            <a:pathLst>
              <a:path w="3618616" h="2002730">
                <a:moveTo>
                  <a:pt x="66156" y="0"/>
                </a:moveTo>
                <a:lnTo>
                  <a:pt x="3618616" y="0"/>
                </a:lnTo>
                <a:lnTo>
                  <a:pt x="3618616" y="2002730"/>
                </a:lnTo>
                <a:lnTo>
                  <a:pt x="66156" y="2002730"/>
                </a:lnTo>
                <a:arcTo wR="66156" hR="66158" stAng="5400000" swAng="5400000"/>
                <a:lnTo>
                  <a:pt x="0" y="66158"/>
                </a:lnTo>
                <a:arcTo wR="66156" hR="66158" stAng="10800000" swAng="5400000"/>
                <a:close/>
              </a:path>
            </a:pathLst>
          </a:cu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56832" y="2675731"/>
            <a:ext cx="3240602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📥</a:t>
            </a:r>
            <a:r>
              <a:rPr lang="en-US" sz="1850" kern="0" spc="-56" dirty="0">
                <a:solidFill>
                  <a:srgbClr val="2B2E3C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850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Input</a:t>
            </a:r>
            <a:endParaRPr lang="en-US" sz="185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856832" y="3090763"/>
            <a:ext cx="3240602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Legge history/ da Firebase e costruisce un dataset con temperatura, umidità, rumore, ora e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giorno</a:t>
            </a:r>
            <a:endParaRPr lang="en-US" sz="16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286440" y="2486720"/>
            <a:ext cx="3618715" cy="2002730"/>
          </a:xfrm>
          <a:prstGeom prst="rect">
            <a:avLst/>
          </a:pr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4286440" y="2486720"/>
            <a:ext cx="25399" cy="2002730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475447" y="2675731"/>
            <a:ext cx="3240701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🎯</a:t>
            </a: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</a:t>
            </a:r>
            <a:r>
              <a:rPr lang="en-US" sz="1850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Target</a:t>
            </a:r>
            <a:endParaRPr lang="en-US" sz="185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475447" y="3090763"/>
            <a:ext cx="324070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33000"/>
              </a:lnSpc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Predice lo score tra 15 minuti basandosi sulle coppie: situazione attuale - score futuro</a:t>
            </a:r>
          </a:p>
        </p:txBody>
      </p:sp>
      <p:sp>
        <p:nvSpPr>
          <p:cNvPr id="12" name="Shape 10"/>
          <p:cNvSpPr/>
          <p:nvPr/>
        </p:nvSpPr>
        <p:spPr>
          <a:xfrm>
            <a:off x="7905155" y="2486720"/>
            <a:ext cx="3618715" cy="2002730"/>
          </a:xfrm>
          <a:custGeom>
            <a:avLst/>
            <a:gdLst/>
            <a:ahLst/>
            <a:cxnLst/>
            <a:rect l="l" t="t" r="r" b="b"/>
            <a:pathLst>
              <a:path w="3618715" h="2002730">
                <a:moveTo>
                  <a:pt x="0" y="0"/>
                </a:moveTo>
                <a:lnTo>
                  <a:pt x="3552558" y="0"/>
                </a:lnTo>
                <a:arcTo wR="66156" hR="66158" stAng="16200000" swAng="5400000"/>
                <a:lnTo>
                  <a:pt x="3618715" y="1936572"/>
                </a:lnTo>
                <a:arcTo wR="66156" hR="66158" stAng="0" swAng="5400000"/>
                <a:lnTo>
                  <a:pt x="0" y="2002730"/>
                </a:lnTo>
                <a:lnTo>
                  <a:pt x="0" y="0"/>
                </a:lnTo>
                <a:close/>
              </a:path>
            </a:pathLst>
          </a:cu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7905155" y="2486720"/>
            <a:ext cx="25399" cy="2002730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8094162" y="2675731"/>
            <a:ext cx="3240701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📤</a:t>
            </a: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</a:t>
            </a:r>
            <a:r>
              <a:rPr lang="en-US" sz="1850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Output</a:t>
            </a:r>
            <a:endParaRPr lang="en-US" sz="185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094162" y="3090763"/>
            <a:ext cx="324070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indent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In predictions/ scrive score previsto, trend (miglioramento/peggioramento) e MAE del modello</a:t>
            </a:r>
          </a:p>
        </p:txBody>
      </p:sp>
      <p:sp>
        <p:nvSpPr>
          <p:cNvPr id="16" name="Shape 14"/>
          <p:cNvSpPr/>
          <p:nvPr/>
        </p:nvSpPr>
        <p:spPr>
          <a:xfrm>
            <a:off x="661475" y="4708426"/>
            <a:ext cx="10868745" cy="1058366"/>
          </a:xfrm>
          <a:prstGeom prst="roundRect">
            <a:avLst>
              <a:gd name="adj" fmla="val 7501"/>
            </a:avLst>
          </a:pr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1063052" y="4944666"/>
            <a:ext cx="1006549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Con abbastanza storico, il modello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raggiunge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 un MAE di circa 6.2 punti sullo score, che è abbastanza preciso per suggerimenti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utili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F2B0A44C-ACF1-A0EB-E5DE-3B3FC7DADA72}"/>
              </a:ext>
            </a:extLst>
          </p:cNvPr>
          <p:cNvSpPr/>
          <p:nvPr/>
        </p:nvSpPr>
        <p:spPr>
          <a:xfrm>
            <a:off x="5887616" y="6083559"/>
            <a:ext cx="1828532" cy="4758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E352E022-A85A-4A38-797C-3370EF5A386A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</TotalTime>
  <Words>921</Words>
  <Application>Microsoft Office PowerPoint</Application>
  <PresentationFormat>Widescreen</PresentationFormat>
  <Paragraphs>127</Paragraphs>
  <Slides>13</Slides>
  <Notes>13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13</vt:i4>
      </vt:variant>
    </vt:vector>
  </HeadingPairs>
  <TitlesOfParts>
    <vt:vector size="23" baseType="lpstr">
      <vt:lpstr>Bitter Medium</vt:lpstr>
      <vt:lpstr>Arial</vt:lpstr>
      <vt:lpstr>MuseoModerno Medium</vt:lpstr>
      <vt:lpstr>Source Sans 3 Bold</vt:lpstr>
      <vt:lpstr>MuseoModerno Light</vt:lpstr>
      <vt:lpstr>Twemoji Mozilla</vt:lpstr>
      <vt:lpstr>Aptos</vt:lpstr>
      <vt:lpstr>Source Sans 3</vt:lpstr>
      <vt:lpstr>Open Sans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GIANLUCA CAVANI</cp:lastModifiedBy>
  <cp:revision>8</cp:revision>
  <dcterms:created xsi:type="dcterms:W3CDTF">2026-09-07T20:45:04Z</dcterms:created>
  <dcterms:modified xsi:type="dcterms:W3CDTF">2026-09-08T15:09:04Z</dcterms:modified>
</cp:coreProperties>
</file>