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6" r:id="rId9"/>
    <p:sldId id="263" r:id="rId10"/>
    <p:sldId id="267" r:id="rId11"/>
    <p:sldId id="271" r:id="rId12"/>
    <p:sldId id="268" r:id="rId13"/>
    <p:sldId id="270" r:id="rId14"/>
  </p:sldIdLst>
  <p:sldSz cx="12192000" cy="6858000"/>
  <p:notesSz cx="6858000" cy="12192000"/>
  <p:embeddedFontLst>
    <p:embeddedFont>
      <p:font typeface="Bitter Medium" panose="020B0604020202020204" charset="0"/>
      <p:regular r:id="rId16"/>
    </p:embeddedFont>
    <p:embeddedFont>
      <p:font typeface="MuseoModerno Medium" panose="020B0604020202020204" charset="0"/>
      <p:regular r:id="rId17"/>
    </p:embeddedFont>
    <p:embeddedFont>
      <p:font typeface="Open Sans" panose="020B0606030504020204" pitchFamily="34" charset="0"/>
      <p:regular r:id="rId18"/>
      <p:bold r:id="rId19"/>
      <p:italic r:id="rId20"/>
      <p:boldItalic r:id="rId21"/>
    </p:embeddedFont>
    <p:embeddedFont>
      <p:font typeface="Source Sans 3" panose="020B0604020202020204" charset="0"/>
      <p:regular r:id="rId22"/>
    </p:embeddedFont>
    <p:embeddedFont>
      <p:font typeface="Source Sans 3 Bold" panose="020B0604020202020204" charset="0"/>
      <p:regular r:id="rId2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C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7FB788E-8B80-4776-8146-9265B36569C0}" v="24" dt="2026-09-08T19:54:16.4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9" d="100"/>
          <a:sy n="79" d="100"/>
        </p:scale>
        <p:origin x="96" y="2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IANLUCA CAVANI" userId="87922040f0d244e1" providerId="LiveId" clId="{D9E828B3-A941-4B93-80FD-F166EA6B65A7}"/>
    <pc:docChg chg="undo custSel addSld delSld modSld sldOrd">
      <pc:chgData name="GIANLUCA CAVANI" userId="87922040f0d244e1" providerId="LiveId" clId="{D9E828B3-A941-4B93-80FD-F166EA6B65A7}" dt="2026-09-08T19:59:21.147" v="321" actId="14100"/>
      <pc:docMkLst>
        <pc:docMk/>
      </pc:docMkLst>
      <pc:sldChg chg="addSp delSp modSp mod">
        <pc:chgData name="GIANLUCA CAVANI" userId="87922040f0d244e1" providerId="LiveId" clId="{D9E828B3-A941-4B93-80FD-F166EA6B65A7}" dt="2026-09-08T19:59:10.433" v="320" actId="14100"/>
        <pc:sldMkLst>
          <pc:docMk/>
          <pc:sldMk cId="0" sldId="256"/>
        </pc:sldMkLst>
        <pc:picChg chg="del mod">
          <ac:chgData name="GIANLUCA CAVANI" userId="87922040f0d244e1" providerId="LiveId" clId="{D9E828B3-A941-4B93-80FD-F166EA6B65A7}" dt="2026-09-08T19:32:46.158" v="147" actId="478"/>
          <ac:picMkLst>
            <pc:docMk/>
            <pc:sldMk cId="0" sldId="256"/>
            <ac:picMk id="2" creationId="{00000000-0000-0000-0000-000000000000}"/>
          </ac:picMkLst>
        </pc:picChg>
        <pc:picChg chg="add mod">
          <ac:chgData name="GIANLUCA CAVANI" userId="87922040f0d244e1" providerId="LiveId" clId="{D9E828B3-A941-4B93-80FD-F166EA6B65A7}" dt="2026-09-08T19:59:10.433" v="320" actId="14100"/>
          <ac:picMkLst>
            <pc:docMk/>
            <pc:sldMk cId="0" sldId="256"/>
            <ac:picMk id="6" creationId="{AC4F3B86-8C3A-26D1-1CAF-94E290F81F27}"/>
          </ac:picMkLst>
        </pc:picChg>
      </pc:sldChg>
      <pc:sldChg chg="addSp delSp modSp mod">
        <pc:chgData name="GIANLUCA CAVANI" userId="87922040f0d244e1" providerId="LiveId" clId="{D9E828B3-A941-4B93-80FD-F166EA6B65A7}" dt="2026-09-08T19:59:01.586" v="318" actId="14100"/>
        <pc:sldMkLst>
          <pc:docMk/>
          <pc:sldMk cId="0" sldId="257"/>
        </pc:sldMkLst>
        <pc:spChg chg="mod">
          <ac:chgData name="GIANLUCA CAVANI" userId="87922040f0d244e1" providerId="LiveId" clId="{D9E828B3-A941-4B93-80FD-F166EA6B65A7}" dt="2026-09-08T18:49:49.170" v="146" actId="1076"/>
          <ac:spMkLst>
            <pc:docMk/>
            <pc:sldMk cId="0" sldId="257"/>
            <ac:spMk id="3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8:49:41.483" v="145" actId="1076"/>
          <ac:spMkLst>
            <pc:docMk/>
            <pc:sldMk cId="0" sldId="257"/>
            <ac:spMk id="4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8:49:28.349" v="143" actId="1076"/>
          <ac:spMkLst>
            <pc:docMk/>
            <pc:sldMk cId="0" sldId="257"/>
            <ac:spMk id="5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8:48:25.215" v="135" actId="1076"/>
          <ac:spMkLst>
            <pc:docMk/>
            <pc:sldMk cId="0" sldId="257"/>
            <ac:spMk id="6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8:48:16.309" v="134" actId="1076"/>
          <ac:spMkLst>
            <pc:docMk/>
            <pc:sldMk cId="0" sldId="257"/>
            <ac:spMk id="7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8:49:35.093" v="144" actId="1076"/>
          <ac:spMkLst>
            <pc:docMk/>
            <pc:sldMk cId="0" sldId="257"/>
            <ac:spMk id="8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8:49:21.650" v="142" actId="1076"/>
          <ac:spMkLst>
            <pc:docMk/>
            <pc:sldMk cId="0" sldId="257"/>
            <ac:spMk id="9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8:48:37.395" v="137" actId="1076"/>
          <ac:spMkLst>
            <pc:docMk/>
            <pc:sldMk cId="0" sldId="257"/>
            <ac:spMk id="10" creationId="{00000000-0000-0000-0000-000000000000}"/>
          </ac:spMkLst>
        </pc:spChg>
        <pc:spChg chg="del">
          <ac:chgData name="GIANLUCA CAVANI" userId="87922040f0d244e1" providerId="LiveId" clId="{D9E828B3-A941-4B93-80FD-F166EA6B65A7}" dt="2026-09-08T18:47:43.516" v="130" actId="21"/>
          <ac:spMkLst>
            <pc:docMk/>
            <pc:sldMk cId="0" sldId="257"/>
            <ac:spMk id="11" creationId="{00000000-0000-0000-0000-000000000000}"/>
          </ac:spMkLst>
        </pc:spChg>
        <pc:spChg chg="del">
          <ac:chgData name="GIANLUCA CAVANI" userId="87922040f0d244e1" providerId="LiveId" clId="{D9E828B3-A941-4B93-80FD-F166EA6B65A7}" dt="2026-09-08T18:47:49.784" v="131" actId="21"/>
          <ac:spMkLst>
            <pc:docMk/>
            <pc:sldMk cId="0" sldId="257"/>
            <ac:spMk id="12" creationId="{00000000-0000-0000-0000-000000000000}"/>
          </ac:spMkLst>
        </pc:spChg>
        <pc:spChg chg="del">
          <ac:chgData name="GIANLUCA CAVANI" userId="87922040f0d244e1" providerId="LiveId" clId="{D9E828B3-A941-4B93-80FD-F166EA6B65A7}" dt="2026-09-08T18:47:54.554" v="132" actId="21"/>
          <ac:spMkLst>
            <pc:docMk/>
            <pc:sldMk cId="0" sldId="257"/>
            <ac:spMk id="13" creationId="{00000000-0000-0000-0000-000000000000}"/>
          </ac:spMkLst>
        </pc:spChg>
        <pc:picChg chg="del">
          <ac:chgData name="GIANLUCA CAVANI" userId="87922040f0d244e1" providerId="LiveId" clId="{D9E828B3-A941-4B93-80FD-F166EA6B65A7}" dt="2026-09-08T19:33:17.580" v="153" actId="478"/>
          <ac:picMkLst>
            <pc:docMk/>
            <pc:sldMk cId="0" sldId="257"/>
            <ac:picMk id="2" creationId="{00000000-0000-0000-0000-000000000000}"/>
          </ac:picMkLst>
        </pc:picChg>
        <pc:picChg chg="add del">
          <ac:chgData name="GIANLUCA CAVANI" userId="87922040f0d244e1" providerId="LiveId" clId="{D9E828B3-A941-4B93-80FD-F166EA6B65A7}" dt="2026-09-08T19:33:15.067" v="152" actId="478"/>
          <ac:picMkLst>
            <pc:docMk/>
            <pc:sldMk cId="0" sldId="257"/>
            <ac:picMk id="12" creationId="{290097F2-A2C3-31F2-6698-E4B1EFFCFFD2}"/>
          </ac:picMkLst>
        </pc:picChg>
        <pc:picChg chg="add del">
          <ac:chgData name="GIANLUCA CAVANI" userId="87922040f0d244e1" providerId="LiveId" clId="{D9E828B3-A941-4B93-80FD-F166EA6B65A7}" dt="2026-09-08T19:33:13.177" v="151" actId="22"/>
          <ac:picMkLst>
            <pc:docMk/>
            <pc:sldMk cId="0" sldId="257"/>
            <ac:picMk id="14" creationId="{39846915-F346-0088-0E4C-959EC7EE30DC}"/>
          </ac:picMkLst>
        </pc:picChg>
        <pc:picChg chg="add mod">
          <ac:chgData name="GIANLUCA CAVANI" userId="87922040f0d244e1" providerId="LiveId" clId="{D9E828B3-A941-4B93-80FD-F166EA6B65A7}" dt="2026-09-08T19:59:01.586" v="318" actId="14100"/>
          <ac:picMkLst>
            <pc:docMk/>
            <pc:sldMk cId="0" sldId="257"/>
            <ac:picMk id="17" creationId="{EE5EF291-6EAB-982B-5689-19C5D976E236}"/>
          </ac:picMkLst>
        </pc:picChg>
      </pc:sldChg>
      <pc:sldChg chg="addSp delSp modSp mod">
        <pc:chgData name="GIANLUCA CAVANI" userId="87922040f0d244e1" providerId="LiveId" clId="{D9E828B3-A941-4B93-80FD-F166EA6B65A7}" dt="2026-09-08T19:37:10.034" v="196" actId="255"/>
        <pc:sldMkLst>
          <pc:docMk/>
          <pc:sldMk cId="0" sldId="258"/>
        </pc:sldMkLst>
        <pc:spChg chg="mod">
          <ac:chgData name="GIANLUCA CAVANI" userId="87922040f0d244e1" providerId="LiveId" clId="{D9E828B3-A941-4B93-80FD-F166EA6B65A7}" dt="2026-09-08T19:37:01.320" v="195" actId="1076"/>
          <ac:spMkLst>
            <pc:docMk/>
            <pc:sldMk cId="0" sldId="258"/>
            <ac:spMk id="2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9:37:10.034" v="196" actId="255"/>
          <ac:spMkLst>
            <pc:docMk/>
            <pc:sldMk cId="0" sldId="258"/>
            <ac:spMk id="4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9:36:36.757" v="191" actId="255"/>
          <ac:spMkLst>
            <pc:docMk/>
            <pc:sldMk cId="0" sldId="258"/>
            <ac:spMk id="5" creationId="{00000000-0000-0000-0000-000000000000}"/>
          </ac:spMkLst>
        </pc:spChg>
        <pc:spChg chg="mod">
          <ac:chgData name="GIANLUCA CAVANI" userId="87922040f0d244e1" providerId="LiveId" clId="{D9E828B3-A941-4B93-80FD-F166EA6B65A7}" dt="2026-09-07T22:58:02.164" v="3" actId="2711"/>
          <ac:spMkLst>
            <pc:docMk/>
            <pc:sldMk cId="0" sldId="258"/>
            <ac:spMk id="6" creationId="{00000000-0000-0000-0000-000000000000}"/>
          </ac:spMkLst>
        </pc:spChg>
        <pc:spChg chg="mod">
          <ac:chgData name="GIANLUCA CAVANI" userId="87922040f0d244e1" providerId="LiveId" clId="{D9E828B3-A941-4B93-80FD-F166EA6B65A7}" dt="2026-09-07T22:58:09.039" v="4" actId="108"/>
          <ac:spMkLst>
            <pc:docMk/>
            <pc:sldMk cId="0" sldId="258"/>
            <ac:spMk id="10" creationId="{00000000-0000-0000-0000-000000000000}"/>
          </ac:spMkLst>
        </pc:spChg>
        <pc:spChg chg="mod">
          <ac:chgData name="GIANLUCA CAVANI" userId="87922040f0d244e1" providerId="LiveId" clId="{D9E828B3-A941-4B93-80FD-F166EA6B65A7}" dt="2026-09-07T22:58:16.012" v="5" actId="108"/>
          <ac:spMkLst>
            <pc:docMk/>
            <pc:sldMk cId="0" sldId="258"/>
            <ac:spMk id="14" creationId="{00000000-0000-0000-0000-000000000000}"/>
          </ac:spMkLst>
        </pc:spChg>
        <pc:picChg chg="del">
          <ac:chgData name="GIANLUCA CAVANI" userId="87922040f0d244e1" providerId="LiveId" clId="{D9E828B3-A941-4B93-80FD-F166EA6B65A7}" dt="2026-09-08T19:33:46.810" v="157" actId="478"/>
          <ac:picMkLst>
            <pc:docMk/>
            <pc:sldMk cId="0" sldId="258"/>
            <ac:picMk id="3" creationId="{00000000-0000-0000-0000-000000000000}"/>
          </ac:picMkLst>
        </pc:picChg>
        <pc:picChg chg="add mod">
          <ac:chgData name="GIANLUCA CAVANI" userId="87922040f0d244e1" providerId="LiveId" clId="{D9E828B3-A941-4B93-80FD-F166EA6B65A7}" dt="2026-09-08T19:36:46.920" v="193" actId="14100"/>
          <ac:picMkLst>
            <pc:docMk/>
            <pc:sldMk cId="0" sldId="258"/>
            <ac:picMk id="20" creationId="{AC4C1A5D-2F10-02CA-A568-1DBAC0B2EA1B}"/>
          </ac:picMkLst>
        </pc:picChg>
      </pc:sldChg>
      <pc:sldChg chg="modSp mod">
        <pc:chgData name="GIANLUCA CAVANI" userId="87922040f0d244e1" providerId="LiveId" clId="{D9E828B3-A941-4B93-80FD-F166EA6B65A7}" dt="2026-09-08T15:06:27.858" v="114" actId="1076"/>
        <pc:sldMkLst>
          <pc:docMk/>
          <pc:sldMk cId="0" sldId="259"/>
        </pc:sldMkLst>
        <pc:spChg chg="mod">
          <ac:chgData name="GIANLUCA CAVANI" userId="87922040f0d244e1" providerId="LiveId" clId="{D9E828B3-A941-4B93-80FD-F166EA6B65A7}" dt="2026-09-08T15:06:27.858" v="114" actId="1076"/>
          <ac:spMkLst>
            <pc:docMk/>
            <pc:sldMk cId="0" sldId="259"/>
            <ac:spMk id="12" creationId="{00000000-0000-0000-0000-000000000000}"/>
          </ac:spMkLst>
        </pc:spChg>
        <pc:spChg chg="mod">
          <ac:chgData name="GIANLUCA CAVANI" userId="87922040f0d244e1" providerId="LiveId" clId="{D9E828B3-A941-4B93-80FD-F166EA6B65A7}" dt="2026-09-07T23:02:08.698" v="18" actId="20577"/>
          <ac:spMkLst>
            <pc:docMk/>
            <pc:sldMk cId="0" sldId="259"/>
            <ac:spMk id="14" creationId="{00000000-0000-0000-0000-000000000000}"/>
          </ac:spMkLst>
        </pc:spChg>
      </pc:sldChg>
      <pc:sldChg chg="addSp delSp modSp mod">
        <pc:chgData name="GIANLUCA CAVANI" userId="87922040f0d244e1" providerId="LiveId" clId="{D9E828B3-A941-4B93-80FD-F166EA6B65A7}" dt="2026-09-08T19:59:21.147" v="321" actId="14100"/>
        <pc:sldMkLst>
          <pc:docMk/>
          <pc:sldMk cId="0" sldId="260"/>
        </pc:sldMkLst>
        <pc:spChg chg="mod">
          <ac:chgData name="GIANLUCA CAVANI" userId="87922040f0d244e1" providerId="LiveId" clId="{D9E828B3-A941-4B93-80FD-F166EA6B65A7}" dt="2026-09-08T19:52:24.207" v="269" actId="1076"/>
          <ac:spMkLst>
            <pc:docMk/>
            <pc:sldMk cId="0" sldId="260"/>
            <ac:spMk id="5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9:52:27.357" v="270" actId="1076"/>
          <ac:spMkLst>
            <pc:docMk/>
            <pc:sldMk cId="0" sldId="260"/>
            <ac:spMk id="6" creationId="{00000000-0000-0000-0000-000000000000}"/>
          </ac:spMkLst>
        </pc:spChg>
        <pc:picChg chg="del">
          <ac:chgData name="GIANLUCA CAVANI" userId="87922040f0d244e1" providerId="LiveId" clId="{D9E828B3-A941-4B93-80FD-F166EA6B65A7}" dt="2026-09-08T19:40:06.258" v="197" actId="478"/>
          <ac:picMkLst>
            <pc:docMk/>
            <pc:sldMk cId="0" sldId="260"/>
            <ac:picMk id="2" creationId="{00000000-0000-0000-0000-000000000000}"/>
          </ac:picMkLst>
        </pc:picChg>
        <pc:picChg chg="add del mod">
          <ac:chgData name="GIANLUCA CAVANI" userId="87922040f0d244e1" providerId="LiveId" clId="{D9E828B3-A941-4B93-80FD-F166EA6B65A7}" dt="2026-09-08T19:40:30.543" v="210" actId="22"/>
          <ac:picMkLst>
            <pc:docMk/>
            <pc:sldMk cId="0" sldId="260"/>
            <ac:picMk id="3" creationId="{F71C649F-3DA2-1329-6108-CF752C7677B5}"/>
          </ac:picMkLst>
        </pc:picChg>
        <pc:picChg chg="add mod">
          <ac:chgData name="GIANLUCA CAVANI" userId="87922040f0d244e1" providerId="LiveId" clId="{D9E828B3-A941-4B93-80FD-F166EA6B65A7}" dt="2026-09-08T19:59:21.147" v="321" actId="14100"/>
          <ac:picMkLst>
            <pc:docMk/>
            <pc:sldMk cId="0" sldId="260"/>
            <ac:picMk id="7" creationId="{EF22B1B5-BFA9-2AB4-73F1-26CD16A5BFCA}"/>
          </ac:picMkLst>
        </pc:picChg>
      </pc:sldChg>
      <pc:sldChg chg="addSp delSp modSp mod">
        <pc:chgData name="GIANLUCA CAVANI" userId="87922040f0d244e1" providerId="LiveId" clId="{D9E828B3-A941-4B93-80FD-F166EA6B65A7}" dt="2026-09-08T19:46:07.970" v="216" actId="22"/>
        <pc:sldMkLst>
          <pc:docMk/>
          <pc:sldMk cId="0" sldId="261"/>
        </pc:sldMkLst>
        <pc:spChg chg="mod">
          <ac:chgData name="GIANLUCA CAVANI" userId="87922040f0d244e1" providerId="LiveId" clId="{D9E828B3-A941-4B93-80FD-F166EA6B65A7}" dt="2026-09-08T13:20:58.616" v="82"/>
          <ac:spMkLst>
            <pc:docMk/>
            <pc:sldMk cId="0" sldId="261"/>
            <ac:spMk id="6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3:21:03.384" v="83"/>
          <ac:spMkLst>
            <pc:docMk/>
            <pc:sldMk cId="0" sldId="261"/>
            <ac:spMk id="7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3:21:09.609" v="84"/>
          <ac:spMkLst>
            <pc:docMk/>
            <pc:sldMk cId="0" sldId="261"/>
            <ac:spMk id="9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3:21:14.613" v="85"/>
          <ac:spMkLst>
            <pc:docMk/>
            <pc:sldMk cId="0" sldId="261"/>
            <ac:spMk id="10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3:21:21.165" v="88"/>
          <ac:spMkLst>
            <pc:docMk/>
            <pc:sldMk cId="0" sldId="261"/>
            <ac:spMk id="12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3:21:25.141" v="89"/>
          <ac:spMkLst>
            <pc:docMk/>
            <pc:sldMk cId="0" sldId="261"/>
            <ac:spMk id="13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3:21:30.254" v="90"/>
          <ac:spMkLst>
            <pc:docMk/>
            <pc:sldMk cId="0" sldId="261"/>
            <ac:spMk id="15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3:21:34.949" v="91"/>
          <ac:spMkLst>
            <pc:docMk/>
            <pc:sldMk cId="0" sldId="261"/>
            <ac:spMk id="16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5:08:28.489" v="124" actId="1076"/>
          <ac:spMkLst>
            <pc:docMk/>
            <pc:sldMk cId="0" sldId="261"/>
            <ac:spMk id="18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5:08:31.346" v="125" actId="1076"/>
          <ac:spMkLst>
            <pc:docMk/>
            <pc:sldMk cId="0" sldId="261"/>
            <ac:spMk id="19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5:18:36.071" v="129" actId="1076"/>
          <ac:spMkLst>
            <pc:docMk/>
            <pc:sldMk cId="0" sldId="261"/>
            <ac:spMk id="21" creationId="{A21472C9-361B-D20B-6ED0-5A7B43C7B475}"/>
          </ac:spMkLst>
        </pc:spChg>
        <pc:picChg chg="mod">
          <ac:chgData name="GIANLUCA CAVANI" userId="87922040f0d244e1" providerId="LiveId" clId="{D9E828B3-A941-4B93-80FD-F166EA6B65A7}" dt="2026-09-08T13:19:30.495" v="73" actId="1076"/>
          <ac:picMkLst>
            <pc:docMk/>
            <pc:sldMk cId="0" sldId="261"/>
            <ac:picMk id="5" creationId="{00000000-0000-0000-0000-000000000000}"/>
          </ac:picMkLst>
        </pc:picChg>
        <pc:picChg chg="mod">
          <ac:chgData name="GIANLUCA CAVANI" userId="87922040f0d244e1" providerId="LiveId" clId="{D9E828B3-A941-4B93-80FD-F166EA6B65A7}" dt="2026-09-08T15:08:55.852" v="128" actId="14100"/>
          <ac:picMkLst>
            <pc:docMk/>
            <pc:sldMk cId="0" sldId="261"/>
            <ac:picMk id="17" creationId="{00000000-0000-0000-0000-000000000000}"/>
          </ac:picMkLst>
        </pc:picChg>
        <pc:picChg chg="add del">
          <ac:chgData name="GIANLUCA CAVANI" userId="87922040f0d244e1" providerId="LiveId" clId="{D9E828B3-A941-4B93-80FD-F166EA6B65A7}" dt="2026-09-08T19:46:07.970" v="216" actId="22"/>
          <ac:picMkLst>
            <pc:docMk/>
            <pc:sldMk cId="0" sldId="261"/>
            <ac:picMk id="22" creationId="{67D93522-004F-974E-CADA-65700B7B95B0}"/>
          </ac:picMkLst>
        </pc:picChg>
      </pc:sldChg>
      <pc:sldChg chg="modSp mod">
        <pc:chgData name="GIANLUCA CAVANI" userId="87922040f0d244e1" providerId="LiveId" clId="{D9E828B3-A941-4B93-80FD-F166EA6B65A7}" dt="2026-09-08T13:31:58.413" v="109" actId="113"/>
        <pc:sldMkLst>
          <pc:docMk/>
          <pc:sldMk cId="0" sldId="262"/>
        </pc:sldMkLst>
        <pc:spChg chg="mod">
          <ac:chgData name="GIANLUCA CAVANI" userId="87922040f0d244e1" providerId="LiveId" clId="{D9E828B3-A941-4B93-80FD-F166EA6B65A7}" dt="2026-09-08T13:31:58.413" v="109" actId="113"/>
          <ac:spMkLst>
            <pc:docMk/>
            <pc:sldMk cId="0" sldId="262"/>
            <ac:spMk id="3" creationId="{00000000-0000-0000-0000-000000000000}"/>
          </ac:spMkLst>
        </pc:spChg>
        <pc:picChg chg="mod">
          <ac:chgData name="GIANLUCA CAVANI" userId="87922040f0d244e1" providerId="LiveId" clId="{D9E828B3-A941-4B93-80FD-F166EA6B65A7}" dt="2026-09-07T23:02:55.330" v="22" actId="1076"/>
          <ac:picMkLst>
            <pc:docMk/>
            <pc:sldMk cId="0" sldId="262"/>
            <ac:picMk id="4" creationId="{00000000-0000-0000-0000-000000000000}"/>
          </ac:picMkLst>
        </pc:picChg>
      </pc:sldChg>
      <pc:sldChg chg="addSp delSp modSp mod">
        <pc:chgData name="GIANLUCA CAVANI" userId="87922040f0d244e1" providerId="LiveId" clId="{D9E828B3-A941-4B93-80FD-F166EA6B65A7}" dt="2026-09-08T19:57:50.921" v="317" actId="14100"/>
        <pc:sldMkLst>
          <pc:docMk/>
          <pc:sldMk cId="0" sldId="263"/>
        </pc:sldMkLst>
        <pc:spChg chg="add del mod">
          <ac:chgData name="GIANLUCA CAVANI" userId="87922040f0d244e1" providerId="LiveId" clId="{D9E828B3-A941-4B93-80FD-F166EA6B65A7}" dt="2026-09-08T19:54:10.437" v="275" actId="21"/>
          <ac:spMkLst>
            <pc:docMk/>
            <pc:sldMk cId="0" sldId="263"/>
            <ac:spMk id="3" creationId="{E436B23C-96F8-4FA3-55D5-DBCBC5AFF1A0}"/>
          </ac:spMkLst>
        </pc:spChg>
        <pc:spChg chg="add">
          <ac:chgData name="GIANLUCA CAVANI" userId="87922040f0d244e1" providerId="LiveId" clId="{D9E828B3-A941-4B93-80FD-F166EA6B65A7}" dt="2026-09-08T12:15:20.028" v="60" actId="22"/>
          <ac:spMkLst>
            <pc:docMk/>
            <pc:sldMk cId="0" sldId="263"/>
            <ac:spMk id="4" creationId="{577826C6-BB0D-09A7-E574-DC0813B84765}"/>
          </ac:spMkLst>
        </pc:spChg>
        <pc:spChg chg="mod">
          <ac:chgData name="GIANLUCA CAVANI" userId="87922040f0d244e1" providerId="LiveId" clId="{D9E828B3-A941-4B93-80FD-F166EA6B65A7}" dt="2026-09-08T19:57:31.284" v="314" actId="1076"/>
          <ac:spMkLst>
            <pc:docMk/>
            <pc:sldMk cId="0" sldId="263"/>
            <ac:spMk id="5" creationId="{00000000-0000-0000-0000-000000000000}"/>
          </ac:spMkLst>
        </pc:spChg>
        <pc:spChg chg="mod">
          <ac:chgData name="GIANLUCA CAVANI" userId="87922040f0d244e1" providerId="LiveId" clId="{D9E828B3-A941-4B93-80FD-F166EA6B65A7}" dt="2026-09-08T19:57:35.168" v="315" actId="1076"/>
          <ac:spMkLst>
            <pc:docMk/>
            <pc:sldMk cId="0" sldId="263"/>
            <ac:spMk id="6" creationId="{00000000-0000-0000-0000-000000000000}"/>
          </ac:spMkLst>
        </pc:spChg>
        <pc:spChg chg="add">
          <ac:chgData name="GIANLUCA CAVANI" userId="87922040f0d244e1" providerId="LiveId" clId="{D9E828B3-A941-4B93-80FD-F166EA6B65A7}" dt="2026-09-08T19:54:14.338" v="276" actId="22"/>
          <ac:spMkLst>
            <pc:docMk/>
            <pc:sldMk cId="0" sldId="263"/>
            <ac:spMk id="8" creationId="{451D6EFA-2B04-CBD2-F302-019BBC3F6E4E}"/>
          </ac:spMkLst>
        </pc:spChg>
        <pc:spChg chg="del mod">
          <ac:chgData name="GIANLUCA CAVANI" userId="87922040f0d244e1" providerId="LiveId" clId="{D9E828B3-A941-4B93-80FD-F166EA6B65A7}" dt="2026-09-08T12:15:17.219" v="59" actId="478"/>
          <ac:spMkLst>
            <pc:docMk/>
            <pc:sldMk cId="0" sldId="263"/>
            <ac:spMk id="8" creationId="{755F6FEE-8057-65F7-6010-A445B4795AED}"/>
          </ac:spMkLst>
        </pc:spChg>
        <pc:spChg chg="add mod">
          <ac:chgData name="GIANLUCA CAVANI" userId="87922040f0d244e1" providerId="LiveId" clId="{D9E828B3-A941-4B93-80FD-F166EA6B65A7}" dt="2026-09-08T19:54:16.432" v="278" actId="767"/>
          <ac:spMkLst>
            <pc:docMk/>
            <pc:sldMk cId="0" sldId="263"/>
            <ac:spMk id="9" creationId="{C0355A38-203A-C983-9E81-A28D1D230808}"/>
          </ac:spMkLst>
        </pc:spChg>
        <pc:picChg chg="del">
          <ac:chgData name="GIANLUCA CAVANI" userId="87922040f0d244e1" providerId="LiveId" clId="{D9E828B3-A941-4B93-80FD-F166EA6B65A7}" dt="2026-09-08T19:53:29.553" v="273" actId="478"/>
          <ac:picMkLst>
            <pc:docMk/>
            <pc:sldMk cId="0" sldId="263"/>
            <ac:picMk id="2" creationId="{00000000-0000-0000-0000-000000000000}"/>
          </ac:picMkLst>
        </pc:picChg>
        <pc:picChg chg="add mod">
          <ac:chgData name="GIANLUCA CAVANI" userId="87922040f0d244e1" providerId="LiveId" clId="{D9E828B3-A941-4B93-80FD-F166EA6B65A7}" dt="2026-09-08T19:57:50.921" v="317" actId="14100"/>
          <ac:picMkLst>
            <pc:docMk/>
            <pc:sldMk cId="0" sldId="263"/>
            <ac:picMk id="11" creationId="{DF7D9578-2E51-0F87-BBEA-40A13EC7037B}"/>
          </ac:picMkLst>
        </pc:picChg>
      </pc:sldChg>
      <pc:sldChg chg="addSp delSp modSp mod">
        <pc:chgData name="GIANLUCA CAVANI" userId="87922040f0d244e1" providerId="LiveId" clId="{D9E828B3-A941-4B93-80FD-F166EA6B65A7}" dt="2026-09-08T15:05:54.233" v="112" actId="20577"/>
        <pc:sldMkLst>
          <pc:docMk/>
          <pc:sldMk cId="0" sldId="266"/>
        </pc:sldMkLst>
        <pc:spChg chg="mod">
          <ac:chgData name="GIANLUCA CAVANI" userId="87922040f0d244e1" providerId="LiveId" clId="{D9E828B3-A941-4B93-80FD-F166EA6B65A7}" dt="2026-09-08T15:05:54.233" v="112" actId="20577"/>
          <ac:spMkLst>
            <pc:docMk/>
            <pc:sldMk cId="0" sldId="266"/>
            <ac:spMk id="9" creationId="{00000000-0000-0000-0000-000000000000}"/>
          </ac:spMkLst>
        </pc:spChg>
        <pc:spChg chg="del">
          <ac:chgData name="GIANLUCA CAVANI" userId="87922040f0d244e1" providerId="LiveId" clId="{D9E828B3-A941-4B93-80FD-F166EA6B65A7}" dt="2026-09-08T12:12:44.085" v="40" actId="478"/>
          <ac:spMkLst>
            <pc:docMk/>
            <pc:sldMk cId="0" sldId="266"/>
            <ac:spMk id="17" creationId="{4C450058-7DEF-7A71-7A12-E1C2D5356F94}"/>
          </ac:spMkLst>
        </pc:spChg>
        <pc:spChg chg="add del mod">
          <ac:chgData name="GIANLUCA CAVANI" userId="87922040f0d244e1" providerId="LiveId" clId="{D9E828B3-A941-4B93-80FD-F166EA6B65A7}" dt="2026-09-08T12:15:09.229" v="57" actId="478"/>
          <ac:spMkLst>
            <pc:docMk/>
            <pc:sldMk cId="0" sldId="266"/>
            <ac:spMk id="18" creationId="{1830D42B-5D63-F3F2-C3DA-EC807E33615C}"/>
          </ac:spMkLst>
        </pc:spChg>
        <pc:spChg chg="add">
          <ac:chgData name="GIANLUCA CAVANI" userId="87922040f0d244e1" providerId="LiveId" clId="{D9E828B3-A941-4B93-80FD-F166EA6B65A7}" dt="2026-09-08T12:15:10.469" v="58" actId="22"/>
          <ac:spMkLst>
            <pc:docMk/>
            <pc:sldMk cId="0" sldId="266"/>
            <ac:spMk id="20" creationId="{A04CE64D-4AC6-4703-A031-ED530A1FAB1A}"/>
          </ac:spMkLst>
        </pc:spChg>
      </pc:sldChg>
      <pc:sldChg chg="addSp delSp modSp mod">
        <pc:chgData name="GIANLUCA CAVANI" userId="87922040f0d244e1" providerId="LiveId" clId="{D9E828B3-A941-4B93-80FD-F166EA6B65A7}" dt="2026-09-08T19:57:44.188" v="316" actId="1076"/>
        <pc:sldMkLst>
          <pc:docMk/>
          <pc:sldMk cId="0" sldId="267"/>
        </pc:sldMkLst>
        <pc:spChg chg="del">
          <ac:chgData name="GIANLUCA CAVANI" userId="87922040f0d244e1" providerId="LiveId" clId="{D9E828B3-A941-4B93-80FD-F166EA6B65A7}" dt="2026-09-08T12:15:26.460" v="61" actId="478"/>
          <ac:spMkLst>
            <pc:docMk/>
            <pc:sldMk cId="0" sldId="267"/>
            <ac:spMk id="19" creationId="{251BF78C-2940-02B3-6200-64E64F7E52AB}"/>
          </ac:spMkLst>
        </pc:spChg>
        <pc:spChg chg="add">
          <ac:chgData name="GIANLUCA CAVANI" userId="87922040f0d244e1" providerId="LiveId" clId="{D9E828B3-A941-4B93-80FD-F166EA6B65A7}" dt="2026-09-08T12:15:27.872" v="62" actId="22"/>
          <ac:spMkLst>
            <pc:docMk/>
            <pc:sldMk cId="0" sldId="267"/>
            <ac:spMk id="20" creationId="{4C7F2062-4182-2305-6743-D55548778DE3}"/>
          </ac:spMkLst>
        </pc:spChg>
        <pc:picChg chg="mod">
          <ac:chgData name="GIANLUCA CAVANI" userId="87922040f0d244e1" providerId="LiveId" clId="{D9E828B3-A941-4B93-80FD-F166EA6B65A7}" dt="2026-09-08T19:57:44.188" v="316" actId="1076"/>
          <ac:picMkLst>
            <pc:docMk/>
            <pc:sldMk cId="0" sldId="267"/>
            <ac:picMk id="2" creationId="{00000000-0000-0000-0000-000000000000}"/>
          </ac:picMkLst>
        </pc:picChg>
      </pc:sldChg>
      <pc:sldChg chg="addSp delSp modSp mod">
        <pc:chgData name="GIANLUCA CAVANI" userId="87922040f0d244e1" providerId="LiveId" clId="{D9E828B3-A941-4B93-80FD-F166EA6B65A7}" dt="2026-09-08T19:46:03.726" v="214" actId="22"/>
        <pc:sldMkLst>
          <pc:docMk/>
          <pc:sldMk cId="0" sldId="268"/>
        </pc:sldMkLst>
        <pc:spChg chg="add mod">
          <ac:chgData name="GIANLUCA CAVANI" userId="87922040f0d244e1" providerId="LiveId" clId="{D9E828B3-A941-4B93-80FD-F166EA6B65A7}" dt="2026-09-08T12:16:59.541" v="67" actId="14100"/>
          <ac:spMkLst>
            <pc:docMk/>
            <pc:sldMk cId="0" sldId="268"/>
            <ac:spMk id="26" creationId="{4AE20AE1-D635-9C2C-3E17-A11A3FA29751}"/>
          </ac:spMkLst>
        </pc:spChg>
        <pc:spChg chg="del mod">
          <ac:chgData name="GIANLUCA CAVANI" userId="87922040f0d244e1" providerId="LiveId" clId="{D9E828B3-A941-4B93-80FD-F166EA6B65A7}" dt="2026-09-08T12:16:55.463" v="65" actId="478"/>
          <ac:spMkLst>
            <pc:docMk/>
            <pc:sldMk cId="0" sldId="268"/>
            <ac:spMk id="27" creationId="{DA64EAF0-2E2D-572A-65B8-1C36800F7082}"/>
          </ac:spMkLst>
        </pc:spChg>
        <pc:picChg chg="del">
          <ac:chgData name="GIANLUCA CAVANI" userId="87922040f0d244e1" providerId="LiveId" clId="{D9E828B3-A941-4B93-80FD-F166EA6B65A7}" dt="2026-09-07T23:07:24.012" v="24" actId="21"/>
          <ac:picMkLst>
            <pc:docMk/>
            <pc:sldMk cId="0" sldId="268"/>
            <ac:picMk id="3" creationId="{00000000-0000-0000-0000-000000000000}"/>
          </ac:picMkLst>
        </pc:picChg>
        <pc:picChg chg="add del mod">
          <ac:chgData name="GIANLUCA CAVANI" userId="87922040f0d244e1" providerId="LiveId" clId="{D9E828B3-A941-4B93-80FD-F166EA6B65A7}" dt="2026-09-08T19:46:03.726" v="214" actId="22"/>
          <ac:picMkLst>
            <pc:docMk/>
            <pc:sldMk cId="0" sldId="268"/>
            <ac:picMk id="27" creationId="{5202FF44-AE41-3CE0-E043-12CFF5AE05C7}"/>
          </ac:picMkLst>
        </pc:picChg>
        <pc:picChg chg="add mod">
          <ac:chgData name="GIANLUCA CAVANI" userId="87922040f0d244e1" providerId="LiveId" clId="{D9E828B3-A941-4B93-80FD-F166EA6B65A7}" dt="2026-09-07T23:08:05.990" v="35" actId="1076"/>
          <ac:picMkLst>
            <pc:docMk/>
            <pc:sldMk cId="0" sldId="268"/>
            <ac:picMk id="28" creationId="{799AB428-EDC6-A39E-9CB9-7595C27F8449}"/>
          </ac:picMkLst>
        </pc:picChg>
      </pc:sldChg>
      <pc:sldChg chg="addSp delSp modSp mod">
        <pc:chgData name="GIANLUCA CAVANI" userId="87922040f0d244e1" providerId="LiveId" clId="{D9E828B3-A941-4B93-80FD-F166EA6B65A7}" dt="2026-09-08T12:17:06.748" v="69" actId="22"/>
        <pc:sldMkLst>
          <pc:docMk/>
          <pc:sldMk cId="0" sldId="270"/>
        </pc:sldMkLst>
        <pc:spChg chg="del">
          <ac:chgData name="GIANLUCA CAVANI" userId="87922040f0d244e1" providerId="LiveId" clId="{D9E828B3-A941-4B93-80FD-F166EA6B65A7}" dt="2026-09-08T12:13:52.599" v="45" actId="478"/>
          <ac:spMkLst>
            <pc:docMk/>
            <pc:sldMk cId="0" sldId="270"/>
            <ac:spMk id="20" creationId="{C8EB2CC5-052E-61C8-08AD-4DA21E17D649}"/>
          </ac:spMkLst>
        </pc:spChg>
        <pc:spChg chg="add del mod">
          <ac:chgData name="GIANLUCA CAVANI" userId="87922040f0d244e1" providerId="LiveId" clId="{D9E828B3-A941-4B93-80FD-F166EA6B65A7}" dt="2026-09-08T12:17:05.759" v="68" actId="478"/>
          <ac:spMkLst>
            <pc:docMk/>
            <pc:sldMk cId="0" sldId="270"/>
            <ac:spMk id="21" creationId="{6434A974-E300-3B3D-DDB4-786AD468DAE5}"/>
          </ac:spMkLst>
        </pc:spChg>
        <pc:spChg chg="add">
          <ac:chgData name="GIANLUCA CAVANI" userId="87922040f0d244e1" providerId="LiveId" clId="{D9E828B3-A941-4B93-80FD-F166EA6B65A7}" dt="2026-09-08T12:17:06.748" v="69" actId="22"/>
          <ac:spMkLst>
            <pc:docMk/>
            <pc:sldMk cId="0" sldId="270"/>
            <ac:spMk id="23" creationId="{E352E022-A85A-4A38-797C-3370EF5A386A}"/>
          </ac:spMkLst>
        </pc:spChg>
      </pc:sldChg>
      <pc:sldChg chg="addSp delSp modSp mod">
        <pc:chgData name="GIANLUCA CAVANI" userId="87922040f0d244e1" providerId="LiveId" clId="{D9E828B3-A941-4B93-80FD-F166EA6B65A7}" dt="2026-09-08T19:54:35.304" v="280" actId="22"/>
        <pc:sldMkLst>
          <pc:docMk/>
          <pc:sldMk cId="0" sldId="271"/>
        </pc:sldMkLst>
        <pc:spChg chg="mod">
          <ac:chgData name="GIANLUCA CAVANI" userId="87922040f0d244e1" providerId="LiveId" clId="{D9E828B3-A941-4B93-80FD-F166EA6B65A7}" dt="2026-09-07T22:59:40.332" v="7" actId="108"/>
          <ac:spMkLst>
            <pc:docMk/>
            <pc:sldMk cId="0" sldId="271"/>
            <ac:spMk id="6" creationId="{A8F90596-EF63-D761-4361-1785F375564E}"/>
          </ac:spMkLst>
        </pc:spChg>
        <pc:spChg chg="add">
          <ac:chgData name="GIANLUCA CAVANI" userId="87922040f0d244e1" providerId="LiveId" clId="{D9E828B3-A941-4B93-80FD-F166EA6B65A7}" dt="2026-09-08T12:15:37.336" v="64" actId="22"/>
          <ac:spMkLst>
            <pc:docMk/>
            <pc:sldMk cId="0" sldId="271"/>
            <ac:spMk id="7" creationId="{D329EBE4-F62C-6705-87F8-E627DD3474F0}"/>
          </ac:spMkLst>
        </pc:spChg>
        <pc:spChg chg="del">
          <ac:chgData name="GIANLUCA CAVANI" userId="87922040f0d244e1" providerId="LiveId" clId="{D9E828B3-A941-4B93-80FD-F166EA6B65A7}" dt="2026-09-08T12:15:36.431" v="63" actId="478"/>
          <ac:spMkLst>
            <pc:docMk/>
            <pc:sldMk cId="0" sldId="271"/>
            <ac:spMk id="11" creationId="{EB698D01-92F7-ABBE-28EE-A42260AB28EA}"/>
          </ac:spMkLst>
        </pc:spChg>
        <pc:picChg chg="add del">
          <ac:chgData name="GIANLUCA CAVANI" userId="87922040f0d244e1" providerId="LiveId" clId="{D9E828B3-A941-4B93-80FD-F166EA6B65A7}" dt="2026-09-08T19:54:35.304" v="280" actId="22"/>
          <ac:picMkLst>
            <pc:docMk/>
            <pc:sldMk cId="0" sldId="271"/>
            <ac:picMk id="8" creationId="{DF0CE392-0C5E-5DD3-DFC9-E69205C4E861}"/>
          </ac:picMkLst>
        </pc:picChg>
      </pc:sldChg>
      <pc:sldChg chg="addSp modSp new del mod ord">
        <pc:chgData name="GIANLUCA CAVANI" userId="87922040f0d244e1" providerId="LiveId" clId="{D9E828B3-A941-4B93-80FD-F166EA6B65A7}" dt="2026-09-08T13:23:44.044" v="105" actId="2696"/>
        <pc:sldMkLst>
          <pc:docMk/>
          <pc:sldMk cId="1470892683" sldId="272"/>
        </pc:sldMkLst>
        <pc:spChg chg="add mod">
          <ac:chgData name="GIANLUCA CAVANI" userId="87922040f0d244e1" providerId="LiveId" clId="{D9E828B3-A941-4B93-80FD-F166EA6B65A7}" dt="2026-09-08T13:20:27.291" v="76" actId="1076"/>
          <ac:spMkLst>
            <pc:docMk/>
            <pc:sldMk cId="1470892683" sldId="272"/>
            <ac:spMk id="3" creationId="{3C5E50C4-389F-C8E3-2291-95E866C31938}"/>
          </ac:spMkLst>
        </pc:spChg>
        <pc:spChg chg="add">
          <ac:chgData name="GIANLUCA CAVANI" userId="87922040f0d244e1" providerId="LiveId" clId="{D9E828B3-A941-4B93-80FD-F166EA6B65A7}" dt="2026-09-08T13:20:49.046" v="79" actId="22"/>
          <ac:spMkLst>
            <pc:docMk/>
            <pc:sldMk cId="1470892683" sldId="272"/>
            <ac:spMk id="5" creationId="{F113F248-3155-FCC4-3F7A-6714910318E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6288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0738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CF5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jpeg"/><Relationship Id="rId5" Type="http://schemas.openxmlformats.org/officeDocument/2006/relationships/image" Target="../media/image15.jpeg"/><Relationship Id="rId4" Type="http://schemas.openxmlformats.org/officeDocument/2006/relationships/image" Target="../media/image14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jpeg"/><Relationship Id="rId7" Type="http://schemas.openxmlformats.org/officeDocument/2006/relationships/image" Target="../media/image25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svg"/><Relationship Id="rId5" Type="http://schemas.openxmlformats.org/officeDocument/2006/relationships/image" Target="../media/image23.svg"/><Relationship Id="rId4" Type="http://schemas.openxmlformats.org/officeDocument/2006/relationships/image" Target="../media/image22.sv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tangolo 7">
            <a:extLst>
              <a:ext uri="{FF2B5EF4-FFF2-40B4-BE49-F238E27FC236}">
                <a16:creationId xmlns:a16="http://schemas.microsoft.com/office/drawing/2014/main" id="{078E187D-CA6D-A03E-E2B5-91A7EAC2C7E7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 0"/>
          <p:cNvSpPr/>
          <p:nvPr/>
        </p:nvSpPr>
        <p:spPr>
          <a:xfrm>
            <a:off x="661475" y="2439591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Smart Study Rooms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661475" y="3313708"/>
            <a:ext cx="629686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Trasformare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gli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spazi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universitari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in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ambienti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intelligenti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consapevoli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e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ottimizzati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per lo studio.</a:t>
            </a:r>
            <a:endParaRPr lang="en-US" sz="1600" dirty="0"/>
          </a:p>
        </p:txBody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AC4F3B86-8C3A-26D1-1CAF-94E290F81F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4383" y="0"/>
            <a:ext cx="4847617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5D75CFF8-B058-BC8A-B3A1-40944A9E5176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3" name="Text 0"/>
          <p:cNvSpPr/>
          <p:nvPr/>
        </p:nvSpPr>
        <p:spPr>
          <a:xfrm>
            <a:off x="661475" y="803014"/>
            <a:ext cx="6296860" cy="11812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Il Problema: Studiare Senza Informazioni</a:t>
            </a:r>
            <a:endParaRPr lang="en-US" sz="3700" dirty="0"/>
          </a:p>
        </p:txBody>
      </p:sp>
      <p:sp>
        <p:nvSpPr>
          <p:cNvPr id="4" name="Text 1"/>
          <p:cNvSpPr/>
          <p:nvPr/>
        </p:nvSpPr>
        <p:spPr>
          <a:xfrm>
            <a:off x="661475" y="2429532"/>
            <a:ext cx="629686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r>
              <a:rPr lang="it-IT" sz="1600" dirty="0">
                <a:solidFill>
                  <a:srgbClr val="2B4150"/>
                </a:solidFill>
                <a:latin typeface="Source Sans 3" pitchFamily="34" charset="0"/>
              </a:rPr>
              <a:t>A molti studenti capita di entrare in un’aula e trovarla troppo rumorosa, calda o poco adatta allo studio. Spesso la scelta dell’aula avviene casualmente, senza sapere in anticipo quale sia lo spazio migliore per concentrarsi.</a:t>
            </a:r>
          </a:p>
        </p:txBody>
      </p:sp>
      <p:sp>
        <p:nvSpPr>
          <p:cNvPr id="5" name="Shape 2"/>
          <p:cNvSpPr/>
          <p:nvPr/>
        </p:nvSpPr>
        <p:spPr>
          <a:xfrm>
            <a:off x="661474" y="3930873"/>
            <a:ext cx="3053877" cy="1686818"/>
          </a:xfrm>
          <a:prstGeom prst="roundRect">
            <a:avLst>
              <a:gd name="adj" fmla="val 1681"/>
            </a:avLst>
          </a:prstGeom>
          <a:solidFill>
            <a:srgbClr val="F3EEE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850479" y="4286547"/>
            <a:ext cx="2675863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⏱️</a:t>
            </a:r>
            <a:r>
              <a:rPr lang="en-US" sz="18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Tempo Perso</a:t>
            </a:r>
            <a:endParaRPr lang="en-US" sz="1850" dirty="0"/>
          </a:p>
        </p:txBody>
      </p:sp>
      <p:sp>
        <p:nvSpPr>
          <p:cNvPr id="7" name="Text 4"/>
          <p:cNvSpPr/>
          <p:nvPr/>
        </p:nvSpPr>
        <p:spPr>
          <a:xfrm>
            <a:off x="850480" y="4690306"/>
            <a:ext cx="2675863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Cercare un'aula adatta distrae e interrompe il ritmo di studio.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3904356" y="3930873"/>
            <a:ext cx="3053976" cy="1686818"/>
          </a:xfrm>
          <a:prstGeom prst="roundRect">
            <a:avLst>
              <a:gd name="adj" fmla="val 1681"/>
            </a:avLst>
          </a:prstGeom>
          <a:solidFill>
            <a:srgbClr val="F3EEE3"/>
          </a:solidFill>
          <a:ln/>
        </p:spPr>
        <p:txBody>
          <a:bodyPr/>
          <a:lstStyle/>
          <a:p>
            <a:endParaRPr lang="it-IT" dirty="0"/>
          </a:p>
        </p:txBody>
      </p:sp>
      <p:sp>
        <p:nvSpPr>
          <p:cNvPr id="9" name="Text 6"/>
          <p:cNvSpPr/>
          <p:nvPr/>
        </p:nvSpPr>
        <p:spPr>
          <a:xfrm>
            <a:off x="4093366" y="4286547"/>
            <a:ext cx="267596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🎲</a:t>
            </a:r>
            <a:r>
              <a:rPr lang="en-US" sz="18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</a:t>
            </a:r>
            <a:r>
              <a:rPr lang="en-US" sz="17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Scelta Inconsapevole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093366" y="4688611"/>
            <a:ext cx="2675962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Senza dati oggettivi, si sceglie per comodità o fortuna.</a:t>
            </a:r>
            <a:endParaRPr lang="en-US" sz="1450" dirty="0"/>
          </a:p>
        </p:txBody>
      </p:sp>
      <p:pic>
        <p:nvPicPr>
          <p:cNvPr id="17" name="Image 0" descr="preencoded.png">
            <a:extLst>
              <a:ext uri="{FF2B5EF4-FFF2-40B4-BE49-F238E27FC236}">
                <a16:creationId xmlns:a16="http://schemas.microsoft.com/office/drawing/2014/main" id="{EE5EF291-6EAB-982B-5689-19C5D976E2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0843" y="0"/>
            <a:ext cx="4721157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57292" y="957779"/>
            <a:ext cx="10868745" cy="502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La Soluzione: Smart Study Rooms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857292" y="1966497"/>
            <a:ext cx="3549264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Come Funziona</a:t>
            </a:r>
            <a:endParaRPr lang="en-US" dirty="0"/>
          </a:p>
        </p:txBody>
      </p:sp>
      <p:sp>
        <p:nvSpPr>
          <p:cNvPr id="5" name="Text 2"/>
          <p:cNvSpPr/>
          <p:nvPr/>
        </p:nvSpPr>
        <p:spPr>
          <a:xfrm>
            <a:off x="4857292" y="2369572"/>
            <a:ext cx="5140551" cy="23242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7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Smart Study Rooms è un servizio modulare che trasforma ogni aula in uno spazio "smart". Tramite un piccolo kit di monitoraggio, i parametri ambientali vengono raccolti e comunicati in tempo reale agli studenti tramite app.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661475" y="5149453"/>
            <a:ext cx="321262" cy="2008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2B4150"/>
                </a:solidFill>
                <a:ea typeface="MuseoModerno Light" pitchFamily="34" charset="-122"/>
                <a:cs typeface="MuseoModerno Light" pitchFamily="34" charset="-120"/>
              </a:rPr>
              <a:t>01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61475" y="5403354"/>
            <a:ext cx="3531901" cy="19050"/>
          </a:xfrm>
          <a:prstGeom prst="rect">
            <a:avLst/>
          </a:prstGeom>
          <a:solidFill>
            <a:srgbClr val="325F7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8" name="Text 5"/>
          <p:cNvSpPr/>
          <p:nvPr/>
        </p:nvSpPr>
        <p:spPr>
          <a:xfrm>
            <a:off x="661475" y="5521722"/>
            <a:ext cx="3531901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Apri </a:t>
            </a:r>
            <a:r>
              <a:rPr lang="en-US" sz="155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l'app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661475" y="5854601"/>
            <a:ext cx="3531901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Confronti le aule disponibili in tempo </a:t>
            </a:r>
            <a:r>
              <a:rPr lang="en-US" sz="12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reale</a:t>
            </a: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329897" y="5149453"/>
            <a:ext cx="321262" cy="2008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2B4150"/>
                </a:solidFill>
                <a:ea typeface="MuseoModerno Light" pitchFamily="34" charset="-122"/>
              </a:rPr>
              <a:t>02</a:t>
            </a:r>
          </a:p>
        </p:txBody>
      </p:sp>
      <p:sp>
        <p:nvSpPr>
          <p:cNvPr id="11" name="Shape 8"/>
          <p:cNvSpPr/>
          <p:nvPr/>
        </p:nvSpPr>
        <p:spPr>
          <a:xfrm>
            <a:off x="4329897" y="5403354"/>
            <a:ext cx="3531901" cy="19050"/>
          </a:xfrm>
          <a:prstGeom prst="rect">
            <a:avLst/>
          </a:prstGeom>
          <a:solidFill>
            <a:srgbClr val="325F7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4329897" y="5521722"/>
            <a:ext cx="3531901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Il sistema suggerisce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4329897" y="5854601"/>
            <a:ext cx="3531901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L'ambiente più adatto alle </a:t>
            </a:r>
            <a:r>
              <a:rPr lang="en-US" sz="12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tue</a:t>
            </a: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2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preferenze</a:t>
            </a: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998319" y="5149453"/>
            <a:ext cx="321262" cy="20081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50" dirty="0">
                <a:solidFill>
                  <a:srgbClr val="2B4150"/>
                </a:solidFill>
                <a:ea typeface="MuseoModerno Light" pitchFamily="34" charset="-122"/>
              </a:rPr>
              <a:t>03</a:t>
            </a:r>
          </a:p>
        </p:txBody>
      </p:sp>
      <p:sp>
        <p:nvSpPr>
          <p:cNvPr id="15" name="Shape 12"/>
          <p:cNvSpPr/>
          <p:nvPr/>
        </p:nvSpPr>
        <p:spPr>
          <a:xfrm>
            <a:off x="7998319" y="5403354"/>
            <a:ext cx="3531901" cy="19050"/>
          </a:xfrm>
          <a:prstGeom prst="rect">
            <a:avLst/>
          </a:prstGeom>
          <a:solidFill>
            <a:srgbClr val="325F7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Text 13"/>
          <p:cNvSpPr/>
          <p:nvPr/>
        </p:nvSpPr>
        <p:spPr>
          <a:xfrm>
            <a:off x="7998319" y="5521722"/>
            <a:ext cx="3531901" cy="2510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Studi in condizioni ottimali</a:t>
            </a:r>
            <a:endParaRPr lang="en-US" sz="1550" dirty="0"/>
          </a:p>
        </p:txBody>
      </p:sp>
      <p:sp>
        <p:nvSpPr>
          <p:cNvPr id="17" name="Text 14"/>
          <p:cNvSpPr/>
          <p:nvPr/>
        </p:nvSpPr>
        <p:spPr>
          <a:xfrm>
            <a:off x="7998319" y="5854601"/>
            <a:ext cx="3531901" cy="2377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Senza </a:t>
            </a:r>
            <a:r>
              <a:rPr lang="en-US" sz="12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perdere</a:t>
            </a:r>
            <a:r>
              <a:rPr lang="en-US" sz="12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tempo.</a:t>
            </a:r>
            <a:endParaRPr lang="en-US" sz="1250" dirty="0"/>
          </a:p>
        </p:txBody>
      </p:sp>
      <p:sp>
        <p:nvSpPr>
          <p:cNvPr id="19" name="Rettangolo 18">
            <a:extLst>
              <a:ext uri="{FF2B5EF4-FFF2-40B4-BE49-F238E27FC236}">
                <a16:creationId xmlns:a16="http://schemas.microsoft.com/office/drawing/2014/main" id="{CED2EF7C-6657-1934-F547-ED9D5D4B9896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pic>
        <p:nvPicPr>
          <p:cNvPr id="20" name="Image 0" descr="preencoded.png">
            <a:extLst>
              <a:ext uri="{FF2B5EF4-FFF2-40B4-BE49-F238E27FC236}">
                <a16:creationId xmlns:a16="http://schemas.microsoft.com/office/drawing/2014/main" id="{AC4C1A5D-2F10-02CA-A568-1DBAC0B2EA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762" y="492427"/>
            <a:ext cx="3053411" cy="41061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521222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Valore e Scalabilità</a:t>
            </a:r>
            <a:endParaRPr lang="en-US" sz="37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1475" y="2463899"/>
            <a:ext cx="378014" cy="37802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61475" y="3078163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Per lo Studente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661475" y="3486845"/>
            <a:ext cx="346542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Risparmia tempo, migliora la concentrazione e trova sempre lo spazio ideale per il proprio stile di studio.</a:t>
            </a:r>
            <a:endParaRPr lang="en-US" sz="14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63135" y="2463899"/>
            <a:ext cx="378014" cy="378023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363135" y="3078163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Per l'Ateneo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4363135" y="3486845"/>
            <a:ext cx="346542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Consapevolezza sulla qualità degli ambienti, ottimizzazione degli spazi e dati utili per la gestione.</a:t>
            </a:r>
            <a:endParaRPr lang="en-US" sz="14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64794" y="2463899"/>
            <a:ext cx="378014" cy="378023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8064794" y="3078163"/>
            <a:ext cx="346542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Scalabile e Versatile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8064794" y="3486845"/>
            <a:ext cx="346542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Dalle aule universitarie a biblioteche, campus, scuole e coworking. Partendo da poche stanze fino all'intero edificio.</a:t>
            </a:r>
            <a:endParaRPr lang="en-US" sz="1450" dirty="0"/>
          </a:p>
        </p:txBody>
      </p:sp>
      <p:sp>
        <p:nvSpPr>
          <p:cNvPr id="12" name="Shape 7"/>
          <p:cNvSpPr/>
          <p:nvPr/>
        </p:nvSpPr>
        <p:spPr>
          <a:xfrm>
            <a:off x="661475" y="4606727"/>
            <a:ext cx="10868745" cy="755948"/>
          </a:xfrm>
          <a:prstGeom prst="roundRect">
            <a:avLst>
              <a:gd name="adj" fmla="val 3751"/>
            </a:avLst>
          </a:prstGeom>
          <a:solidFill>
            <a:srgbClr val="DBE8F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8"/>
          <p:cNvSpPr/>
          <p:nvPr/>
        </p:nvSpPr>
        <p:spPr>
          <a:xfrm>
            <a:off x="1039489" y="4842966"/>
            <a:ext cx="10675075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Source Sans 3 Bold" pitchFamily="34" charset="0"/>
                <a:ea typeface="Source Sans 3 Bold" pitchFamily="34" charset="-122"/>
                <a:cs typeface="Source Sans 3 Bold" pitchFamily="34" charset="-120"/>
              </a:rPr>
              <a:t>La differenza chiave:</a:t>
            </a:r>
            <a:r>
              <a:rPr lang="en-US" sz="145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Smart Study Rooms non mostra solo numeri ma trasforma i dati in una decisione chiara e immediata.</a:t>
            </a:r>
            <a:endParaRPr lang="en-US" sz="1450" dirty="0"/>
          </a:p>
        </p:txBody>
      </p:sp>
      <p:sp>
        <p:nvSpPr>
          <p:cNvPr id="16" name="Rettangolo 15">
            <a:extLst>
              <a:ext uri="{FF2B5EF4-FFF2-40B4-BE49-F238E27FC236}">
                <a16:creationId xmlns:a16="http://schemas.microsoft.com/office/drawing/2014/main" id="{46BDE3F8-4B97-6EA4-B5E8-5A8A7FB4963C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2"/>
          <p:cNvSpPr/>
          <p:nvPr/>
        </p:nvSpPr>
        <p:spPr>
          <a:xfrm>
            <a:off x="6096000" y="2653168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Architettura del Sistema</a:t>
            </a:r>
            <a:endParaRPr lang="en-US" sz="3700" dirty="0"/>
          </a:p>
        </p:txBody>
      </p:sp>
      <p:sp>
        <p:nvSpPr>
          <p:cNvPr id="6" name="Text 3"/>
          <p:cNvSpPr/>
          <p:nvPr/>
        </p:nvSpPr>
        <p:spPr>
          <a:xfrm>
            <a:off x="6096000" y="3429000"/>
            <a:ext cx="595142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Dal prototipo alla visione finale: come è strutturato Smart Study Rooms a livello tecnico.</a:t>
            </a:r>
            <a:endParaRPr lang="en-US" sz="1600" dirty="0"/>
          </a:p>
        </p:txBody>
      </p:sp>
      <p:sp>
        <p:nvSpPr>
          <p:cNvPr id="8" name="Rettangolo 7">
            <a:extLst>
              <a:ext uri="{FF2B5EF4-FFF2-40B4-BE49-F238E27FC236}">
                <a16:creationId xmlns:a16="http://schemas.microsoft.com/office/drawing/2014/main" id="{908EFA9C-509F-0DC6-8C5B-0018EEFF0D7A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EF22B1B5-BFA9-2AB4-73F1-26CD16A5BF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71120" y="0"/>
            <a:ext cx="5557520" cy="6858000"/>
          </a:xfrm>
          <a:prstGeom prst="rect">
            <a:avLst/>
          </a:prstGeom>
          <a:scene3d>
            <a:camera prst="orthographicFront"/>
            <a:lightRig rig="threePt" dir="t"/>
          </a:scene3d>
          <a:sp3d prstMaterial="dkEdge"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531019"/>
            <a:ext cx="10868745" cy="3839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Architettura a Cinque Livelli</a:t>
            </a:r>
            <a:endParaRPr lang="en-US" sz="28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1124545"/>
            <a:ext cx="3534679" cy="353476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135732" y="2392829"/>
            <a:ext cx="5284556" cy="8351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Il sistema è progettato come un'architettura IoT modulare, organizzata in livelli indipendenti. Ogni livello ha un ruolo preciso e può essere aggiornato senza impattare gli altri.</a:t>
            </a:r>
            <a:endParaRPr lang="en-US" sz="16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4739084"/>
            <a:ext cx="2657309" cy="83512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47803" y="4874617"/>
            <a:ext cx="2335452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🔵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</a:t>
            </a:r>
            <a:r>
              <a:rPr lang="en-US" sz="120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Livello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</a:t>
            </a:r>
            <a:r>
              <a:rPr lang="en-US" sz="120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Fisico</a:t>
            </a:r>
            <a:endParaRPr lang="en-US" sz="1200" dirty="0"/>
          </a:p>
          <a:p>
            <a:pPr>
              <a:lnSpc>
                <a:spcPct val="104000"/>
              </a:lnSpc>
            </a:pP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847803" y="5114429"/>
            <a:ext cx="2335452" cy="3242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Sensori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di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temperatura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umidità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e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rumore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+ LED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attuatori</a:t>
            </a:r>
            <a:endParaRPr lang="en-US" sz="9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398554" y="4739084"/>
            <a:ext cx="2657409" cy="835124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584882" y="4874617"/>
            <a:ext cx="2335551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⚙️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</a:t>
            </a:r>
            <a:r>
              <a:rPr lang="en-US" sz="120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Livello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Embedded</a:t>
            </a: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3584882" y="5114429"/>
            <a:ext cx="2335551" cy="3242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Arduino UNO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legge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sensori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e produce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dati</a:t>
            </a:r>
            <a:endParaRPr lang="en-US" sz="9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35732" y="4739084"/>
            <a:ext cx="2657309" cy="83512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322061" y="4874617"/>
            <a:ext cx="2335452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🌐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</a:t>
            </a:r>
            <a:r>
              <a:rPr lang="en-US" sz="120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Livello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Bridge</a:t>
            </a:r>
            <a:endParaRPr lang="en-US" sz="1200" dirty="0"/>
          </a:p>
          <a:p>
            <a:pPr>
              <a:lnSpc>
                <a:spcPct val="104000"/>
              </a:lnSpc>
            </a:pPr>
            <a:endParaRPr lang="en-US" sz="1200" dirty="0"/>
          </a:p>
        </p:txBody>
      </p:sp>
      <p:sp>
        <p:nvSpPr>
          <p:cNvPr id="13" name="Text 7"/>
          <p:cNvSpPr/>
          <p:nvPr/>
        </p:nvSpPr>
        <p:spPr>
          <a:xfrm>
            <a:off x="6322061" y="5114429"/>
            <a:ext cx="2335452" cy="162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Python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valida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timestampa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e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invia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al cloud</a:t>
            </a:r>
            <a:endParaRPr lang="en-US" sz="95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72812" y="4739084"/>
            <a:ext cx="2657409" cy="835124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9059140" y="4874617"/>
            <a:ext cx="2335551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☁️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</a:t>
            </a:r>
            <a:r>
              <a:rPr lang="en-US" sz="120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Livello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Cloud</a:t>
            </a:r>
            <a:endParaRPr lang="en-US" sz="1200" dirty="0"/>
          </a:p>
        </p:txBody>
      </p:sp>
      <p:sp>
        <p:nvSpPr>
          <p:cNvPr id="16" name="Text 9"/>
          <p:cNvSpPr/>
          <p:nvPr/>
        </p:nvSpPr>
        <p:spPr>
          <a:xfrm>
            <a:off x="9059140" y="5114429"/>
            <a:ext cx="2335551" cy="1621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Firebase Realtime Database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sincronizza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i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dati</a:t>
            </a:r>
            <a:endParaRPr lang="en-US" sz="950" dirty="0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95775" y="5728960"/>
            <a:ext cx="2883910" cy="858361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4778644" y="5882151"/>
            <a:ext cx="2335452" cy="1919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1200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📱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</a:t>
            </a:r>
            <a:r>
              <a:rPr lang="en-US" sz="120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Livello</a:t>
            </a:r>
            <a:r>
              <a:rPr lang="en-US" sz="120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 </a:t>
            </a:r>
            <a:r>
              <a:rPr lang="en-US" sz="1200" dirty="0" err="1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Applicativo</a:t>
            </a:r>
            <a:endParaRPr lang="en-US" sz="1200" dirty="0"/>
          </a:p>
        </p:txBody>
      </p:sp>
      <p:sp>
        <p:nvSpPr>
          <p:cNvPr id="19" name="Text 11"/>
          <p:cNvSpPr/>
          <p:nvPr/>
        </p:nvSpPr>
        <p:spPr>
          <a:xfrm>
            <a:off x="4778644" y="6128709"/>
            <a:ext cx="2026027" cy="3808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Android app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mostra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le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aule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in tempo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reale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</a:p>
          <a:p>
            <a:pPr>
              <a:lnSpc>
                <a:spcPct val="110000"/>
              </a:lnSpc>
            </a:pP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riceve</a:t>
            </a:r>
            <a:r>
              <a:rPr lang="en-US" sz="9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950" dirty="0" err="1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notifiche</a:t>
            </a:r>
            <a:endParaRPr lang="en-US" sz="950" dirty="0"/>
          </a:p>
        </p:txBody>
      </p:sp>
      <p:sp>
        <p:nvSpPr>
          <p:cNvPr id="21" name="Rettangolo 20">
            <a:extLst>
              <a:ext uri="{FF2B5EF4-FFF2-40B4-BE49-F238E27FC236}">
                <a16:creationId xmlns:a16="http://schemas.microsoft.com/office/drawing/2014/main" id="{A21472C9-361B-D20B-6ED0-5A7B43C7B475}"/>
              </a:ext>
            </a:extLst>
          </p:cNvPr>
          <p:cNvSpPr/>
          <p:nvPr/>
        </p:nvSpPr>
        <p:spPr>
          <a:xfrm>
            <a:off x="10294822" y="6342348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658912"/>
            <a:ext cx="10868745" cy="472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5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Flusso dei Dati e Struttura Firebase</a:t>
            </a:r>
            <a:endParaRPr lang="en-US" sz="2950" dirty="0"/>
          </a:p>
        </p:txBody>
      </p:sp>
      <p:sp>
        <p:nvSpPr>
          <p:cNvPr id="3" name="Text 1"/>
          <p:cNvSpPr/>
          <p:nvPr/>
        </p:nvSpPr>
        <p:spPr>
          <a:xfrm>
            <a:off x="661475" y="1373287"/>
            <a:ext cx="11478330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Firebase Realtime Database rappresenta il </a:t>
            </a:r>
            <a:r>
              <a:rPr lang="en-US" sz="1400" dirty="0">
                <a:solidFill>
                  <a:srgbClr val="2B4150"/>
                </a:solidFill>
                <a:latin typeface="Source Sans 3" panose="020B0604020202020204" charset="0"/>
                <a:ea typeface="Source Sans 3 Bold" pitchFamily="34" charset="-122"/>
                <a:cs typeface="Source Sans 3 Bold" pitchFamily="34" charset="-120"/>
              </a:rPr>
              <a:t>digital twin cloud</a:t>
            </a:r>
            <a:r>
              <a:rPr lang="en-US" sz="1400" dirty="0">
                <a:solidFill>
                  <a:srgbClr val="2B4150"/>
                </a:solidFill>
                <a:latin typeface="Source Sans 3" panose="020B0604020202020204" charset="0"/>
                <a:ea typeface="Source Sans 3" pitchFamily="34" charset="-122"/>
                <a:cs typeface="Source Sans 3" pitchFamily="34" charset="-120"/>
              </a:rPr>
              <a:t> </a:t>
            </a:r>
            <a:r>
              <a:rPr lang="en-US" sz="14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delle aule: non solo dati grezzi, ma lo stato digitale completo dell'intero sistema.</a:t>
            </a:r>
            <a:endParaRPr lang="en-US" sz="1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991" y="1676844"/>
            <a:ext cx="5125046" cy="512517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286640" y="2251273"/>
            <a:ext cx="2564443" cy="1133078"/>
          </a:xfrm>
          <a:prstGeom prst="roundRect">
            <a:avLst>
              <a:gd name="adj" fmla="val 2002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6456895" y="2421533"/>
            <a:ext cx="2223933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rooms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6456895" y="2778720"/>
            <a:ext cx="2223933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Stato corrente letto in tempo reale dall'app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972028" y="2251273"/>
            <a:ext cx="2564542" cy="1133078"/>
          </a:xfrm>
          <a:prstGeom prst="roundRect">
            <a:avLst>
              <a:gd name="adj" fmla="val 2002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Text 6"/>
          <p:cNvSpPr/>
          <p:nvPr/>
        </p:nvSpPr>
        <p:spPr>
          <a:xfrm>
            <a:off x="9142283" y="2421533"/>
            <a:ext cx="2224032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history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9142283" y="2778720"/>
            <a:ext cx="2224032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Serie temporale con timestamp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86640" y="3505299"/>
            <a:ext cx="2564443" cy="915392"/>
          </a:xfrm>
          <a:prstGeom prst="roundRect">
            <a:avLst>
              <a:gd name="adj" fmla="val 2478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6456895" y="3675559"/>
            <a:ext cx="2223933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predictions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56895" y="4032746"/>
            <a:ext cx="2223933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Score futuro stimato via ML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972028" y="3505299"/>
            <a:ext cx="2564542" cy="915392"/>
          </a:xfrm>
          <a:prstGeom prst="roundRect">
            <a:avLst>
              <a:gd name="adj" fmla="val 2478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2"/>
          <p:cNvSpPr/>
          <p:nvPr/>
        </p:nvSpPr>
        <p:spPr>
          <a:xfrm>
            <a:off x="9142283" y="3675559"/>
            <a:ext cx="2224032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recommendation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9142283" y="4032746"/>
            <a:ext cx="2224032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Aula migliore per l'utente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286640" y="4541639"/>
            <a:ext cx="2564443" cy="1133078"/>
          </a:xfrm>
          <a:prstGeom prst="roundRect">
            <a:avLst>
              <a:gd name="adj" fmla="val 2002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5"/>
          <p:cNvSpPr/>
          <p:nvPr/>
        </p:nvSpPr>
        <p:spPr>
          <a:xfrm>
            <a:off x="6456895" y="4711898"/>
            <a:ext cx="2223933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actuators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56895" y="5069086"/>
            <a:ext cx="2223933" cy="217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Stato LED bestRoomLed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8972028" y="4541639"/>
            <a:ext cx="2564542" cy="1133078"/>
          </a:xfrm>
          <a:prstGeom prst="roundRect">
            <a:avLst>
              <a:gd name="adj" fmla="val 2002"/>
            </a:avLst>
          </a:prstGeom>
          <a:solidFill>
            <a:srgbClr val="FFFCF5"/>
          </a:solidFill>
          <a:ln w="19050">
            <a:solidFill>
              <a:srgbClr val="D9D4C9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8"/>
          <p:cNvSpPr/>
          <p:nvPr/>
        </p:nvSpPr>
        <p:spPr>
          <a:xfrm>
            <a:off x="9142283" y="4711898"/>
            <a:ext cx="2224032" cy="2362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dirty="0">
                <a:solidFill>
                  <a:srgbClr val="2B4150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settings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9142283" y="5069086"/>
            <a:ext cx="2224032" cy="4353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15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Preferenza: balanced, quiet, comfort</a:t>
            </a:r>
            <a:endParaRPr lang="en-US" sz="1150" dirty="0"/>
          </a:p>
        </p:txBody>
      </p:sp>
      <p:sp>
        <p:nvSpPr>
          <p:cNvPr id="24" name="Rettangolo 23">
            <a:extLst>
              <a:ext uri="{FF2B5EF4-FFF2-40B4-BE49-F238E27FC236}">
                <a16:creationId xmlns:a16="http://schemas.microsoft.com/office/drawing/2014/main" id="{782C5826-563E-41C1-BA2C-70895A7E2C98}"/>
              </a:ext>
            </a:extLst>
          </p:cNvPr>
          <p:cNvSpPr/>
          <p:nvPr/>
        </p:nvSpPr>
        <p:spPr>
          <a:xfrm>
            <a:off x="10291665" y="6326154"/>
            <a:ext cx="1828532" cy="475863"/>
          </a:xfrm>
          <a:prstGeom prst="rect">
            <a:avLst/>
          </a:prstGeom>
          <a:solidFill>
            <a:srgbClr val="FFFCF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213743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3400" dirty="0">
                <a:solidFill>
                  <a:srgbClr val="124E73"/>
                </a:solidFill>
                <a:latin typeface="MuseoModerno Medium" pitchFamily="34" charset="0"/>
              </a:rPr>
              <a:t>Roadmap: Cosa </a:t>
            </a:r>
            <a:r>
              <a:rPr lang="en-US" sz="3400" dirty="0" err="1">
                <a:solidFill>
                  <a:srgbClr val="124E73"/>
                </a:solidFill>
                <a:latin typeface="MuseoModerno Medium" pitchFamily="34" charset="0"/>
              </a:rPr>
              <a:t>Viene</a:t>
            </a:r>
            <a:r>
              <a:rPr lang="en-US" sz="3400" dirty="0">
                <a:solidFill>
                  <a:srgbClr val="124E73"/>
                </a:solidFill>
                <a:latin typeface="MuseoModerno Medium" pitchFamily="34" charset="0"/>
              </a:rPr>
              <a:t> Dopo</a:t>
            </a:r>
          </a:p>
        </p:txBody>
      </p:sp>
      <p:sp>
        <p:nvSpPr>
          <p:cNvPr id="3" name="Text 1"/>
          <p:cNvSpPr/>
          <p:nvPr/>
        </p:nvSpPr>
        <p:spPr>
          <a:xfrm>
            <a:off x="661475" y="1931987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Smart Study Rooms è già un buon prototipo e ha tutte le carte in regola per diventare un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prodotto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completo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75" y="2697460"/>
            <a:ext cx="1117572" cy="6906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61475" y="3624362"/>
            <a:ext cx="253993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b="1" kern="0" spc="-56" dirty="0">
                <a:solidFill>
                  <a:srgbClr val="2B2E3C"/>
                </a:solidFill>
                <a:latin typeface="Source Sans 3" panose="020B0604020202020204" charset="0"/>
                <a:ea typeface="ADLaM Display" panose="02010000000000000000" pitchFamily="2" charset="0"/>
                <a:cs typeface="ADLaM Display" panose="02010000000000000000" pitchFamily="2" charset="0"/>
              </a:rPr>
              <a:t>G</a:t>
            </a:r>
            <a:r>
              <a:rPr lang="en-US" sz="2000" b="1" kern="0" spc="-56" dirty="0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ateway </a:t>
            </a:r>
            <a:r>
              <a:rPr lang="en-US" sz="2000" b="1" kern="0" spc="-56" dirty="0" err="1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Dedicato</a:t>
            </a:r>
            <a:endParaRPr lang="en-US" sz="2000" b="1" dirty="0">
              <a:latin typeface="Source Sans 3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661475" y="4033044"/>
            <a:ext cx="253993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Bridge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su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 Raspberry Pi sempre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acceso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,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indipendente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 dal PC.</a:t>
            </a:r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7645" y="2697460"/>
            <a:ext cx="1117572" cy="69066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437645" y="3624362"/>
            <a:ext cx="254003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b="1" kern="0" spc="-56" dirty="0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Cloud &amp; FCM</a:t>
            </a:r>
            <a:endParaRPr lang="en-US" sz="2000" b="1" dirty="0">
              <a:latin typeface="Source Sans 3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Text 5"/>
          <p:cNvSpPr/>
          <p:nvPr/>
        </p:nvSpPr>
        <p:spPr>
          <a:xfrm>
            <a:off x="3437645" y="4033044"/>
            <a:ext cx="254003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33000"/>
              </a:lnSpc>
            </a:pP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Notifiche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 push via Firebase Cloud Messaging.</a:t>
            </a:r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3915" y="2697460"/>
            <a:ext cx="1117572" cy="69066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213915" y="3624362"/>
            <a:ext cx="2540036" cy="8858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b="1" kern="0" spc="-56" dirty="0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Meccanismo di Raffreddamento e Riscaldamento</a:t>
            </a:r>
            <a:endParaRPr lang="en-US" b="1" dirty="0">
              <a:latin typeface="Source Sans 3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2" name="Text 7"/>
          <p:cNvSpPr/>
          <p:nvPr/>
        </p:nvSpPr>
        <p:spPr>
          <a:xfrm>
            <a:off x="6213915" y="4623594"/>
            <a:ext cx="2540036" cy="10206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  <a:spcAft>
                <a:spcPts val="850"/>
              </a:spcAft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Sostituzione dei led utilizzati con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condizionatori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reali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90184" y="2697460"/>
            <a:ext cx="1117572" cy="69066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990184" y="3624362"/>
            <a:ext cx="2540036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b="1" kern="0" spc="-56" dirty="0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AI </a:t>
            </a:r>
            <a:r>
              <a:rPr lang="en-US" sz="2000" b="1" kern="0" spc="-56" dirty="0" err="1">
                <a:solidFill>
                  <a:srgbClr val="2B2E3C"/>
                </a:solidFill>
                <a:latin typeface="Source Sans 3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Avanzata</a:t>
            </a:r>
            <a:endParaRPr lang="en-US" sz="2000" b="1" kern="0" spc="-56" dirty="0">
              <a:solidFill>
                <a:srgbClr val="2B2E3C"/>
              </a:solidFill>
              <a:latin typeface="Source Sans 3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Text 9"/>
          <p:cNvSpPr/>
          <p:nvPr/>
        </p:nvSpPr>
        <p:spPr>
          <a:xfrm>
            <a:off x="8990184" y="4033044"/>
            <a:ext cx="2540036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Predizioni di occupazione, qualità dell'aria (CO2) e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suggerimenti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automatici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sp>
        <p:nvSpPr>
          <p:cNvPr id="20" name="Rettangolo 19">
            <a:extLst>
              <a:ext uri="{FF2B5EF4-FFF2-40B4-BE49-F238E27FC236}">
                <a16:creationId xmlns:a16="http://schemas.microsoft.com/office/drawing/2014/main" id="{A04CE64D-4AC6-4703-A031-ED530A1FAB1A}"/>
              </a:ext>
            </a:extLst>
          </p:cNvPr>
          <p:cNvSpPr/>
          <p:nvPr/>
        </p:nvSpPr>
        <p:spPr>
          <a:xfrm>
            <a:off x="10913577" y="6204858"/>
            <a:ext cx="1220585" cy="592494"/>
          </a:xfrm>
          <a:prstGeom prst="rect">
            <a:avLst/>
          </a:prstGeom>
          <a:solidFill>
            <a:srgbClr val="FFFCF5"/>
          </a:solidFill>
          <a:ln>
            <a:solidFill>
              <a:srgbClr val="FFFC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2"/>
          <p:cNvSpPr/>
          <p:nvPr/>
        </p:nvSpPr>
        <p:spPr>
          <a:xfrm>
            <a:off x="5507680" y="740710"/>
            <a:ext cx="6296860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000" dirty="0">
                <a:solidFill>
                  <a:srgbClr val="124E73"/>
                </a:solidFill>
                <a:latin typeface="MuseoModerno Medium" pitchFamily="34" charset="0"/>
                <a:ea typeface="MuseoModerno Medium" pitchFamily="34" charset="-122"/>
                <a:cs typeface="MuseoModerno Medium" pitchFamily="34" charset="-120"/>
              </a:rPr>
              <a:t>Il Prototipo in Dettaglio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3271111" y="1432887"/>
            <a:ext cx="8127029" cy="4429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2000" dirty="0">
                <a:solidFill>
                  <a:srgbClr val="2B415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Come i componenti collaborano durante il funzionamento reale del sistema.</a:t>
            </a:r>
            <a:endParaRPr lang="en-US" sz="2000" dirty="0"/>
          </a:p>
        </p:txBody>
      </p:sp>
      <p:sp>
        <p:nvSpPr>
          <p:cNvPr id="4" name="Rettangolo 3">
            <a:extLst>
              <a:ext uri="{FF2B5EF4-FFF2-40B4-BE49-F238E27FC236}">
                <a16:creationId xmlns:a16="http://schemas.microsoft.com/office/drawing/2014/main" id="{577826C6-BB0D-09A7-E574-DC0813B84765}"/>
              </a:ext>
            </a:extLst>
          </p:cNvPr>
          <p:cNvSpPr/>
          <p:nvPr/>
        </p:nvSpPr>
        <p:spPr>
          <a:xfrm>
            <a:off x="10913577" y="6204858"/>
            <a:ext cx="1220585" cy="592494"/>
          </a:xfrm>
          <a:prstGeom prst="rect">
            <a:avLst/>
          </a:prstGeom>
          <a:solidFill>
            <a:srgbClr val="FFFCF5"/>
          </a:solidFill>
          <a:ln>
            <a:solidFill>
              <a:srgbClr val="FFFC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451D6EFA-2B04-CBD2-F302-019BBC3F6E4E}"/>
              </a:ext>
            </a:extLst>
          </p:cNvPr>
          <p:cNvSpPr txBox="1"/>
          <p:nvPr/>
        </p:nvSpPr>
        <p:spPr>
          <a:xfrm>
            <a:off x="1767840" y="364744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it-IT" dirty="0"/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DF7D9578-2E51-0F87-BBEA-40A13EC703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731" y="2286000"/>
            <a:ext cx="7073751" cy="397898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854" y="1309609"/>
            <a:ext cx="2719716" cy="27197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75" y="3937794"/>
            <a:ext cx="4265704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endParaRPr lang="en-US" sz="1450" dirty="0"/>
          </a:p>
        </p:txBody>
      </p:sp>
      <p:sp>
        <p:nvSpPr>
          <p:cNvPr id="4" name="Text 1"/>
          <p:cNvSpPr/>
          <p:nvPr/>
        </p:nvSpPr>
        <p:spPr>
          <a:xfrm>
            <a:off x="4785101" y="962819"/>
            <a:ext cx="1846712" cy="653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3000"/>
              </a:lnSpc>
              <a:spcAft>
                <a:spcPts val="1300"/>
              </a:spcAft>
              <a:buNone/>
            </a:pP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4785101" y="1786731"/>
            <a:ext cx="2456297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124E73"/>
                </a:solidFill>
                <a:latin typeface="MuseoModerno Medium" pitchFamily="34" charset="0"/>
              </a:rPr>
              <a:t>Pin </a:t>
            </a:r>
            <a:r>
              <a:rPr lang="en-US" sz="1600" dirty="0" err="1">
                <a:solidFill>
                  <a:srgbClr val="124E73"/>
                </a:solidFill>
                <a:latin typeface="MuseoModerno Medium" pitchFamily="34" charset="0"/>
              </a:rPr>
              <a:t>utilizzati</a:t>
            </a:r>
            <a:r>
              <a:rPr lang="en-US" sz="1600" kern="0" spc="-30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:</a:t>
            </a:r>
            <a:endParaRPr lang="en-US" sz="160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4785101" y="2259211"/>
            <a:ext cx="1846712" cy="1647626"/>
          </a:xfrm>
          <a:prstGeom prst="rect">
            <a:avLst/>
          </a:prstGeom>
          <a:noFill/>
          <a:ln/>
        </p:spPr>
        <p:txBody>
          <a:bodyPr wrap="square" lIns="0" tIns="75608" rIns="0" bIns="0" rtlCol="0" anchor="t">
            <a:noAutofit/>
          </a:bodyPr>
          <a:lstStyle/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DHT22 = 2;</a:t>
            </a: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KY-037 = A1;</a:t>
            </a: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Led giallo = 11;</a:t>
            </a: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Led verde = 12;</a:t>
            </a:r>
          </a:p>
          <a:p>
            <a:pPr marL="294640" indent="-29464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Led rosso = 13</a:t>
            </a:r>
          </a:p>
        </p:txBody>
      </p:sp>
      <p:sp>
        <p:nvSpPr>
          <p:cNvPr id="7" name="Text 4"/>
          <p:cNvSpPr/>
          <p:nvPr/>
        </p:nvSpPr>
        <p:spPr>
          <a:xfrm>
            <a:off x="7099322" y="1786731"/>
            <a:ext cx="4666580" cy="546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04000"/>
              </a:lnSpc>
            </a:pPr>
            <a:r>
              <a:rPr lang="en-US" sz="3200" dirty="0">
                <a:solidFill>
                  <a:srgbClr val="124E73"/>
                </a:solidFill>
                <a:latin typeface="MuseoModerno Medium" pitchFamily="34" charset="0"/>
              </a:rPr>
              <a:t>I Nodi IoT </a:t>
            </a:r>
            <a:r>
              <a:rPr lang="en-US" sz="3200" dirty="0" err="1">
                <a:solidFill>
                  <a:srgbClr val="124E73"/>
                </a:solidFill>
                <a:latin typeface="MuseoModerno Medium" pitchFamily="34" charset="0"/>
              </a:rPr>
              <a:t>nelle</a:t>
            </a:r>
            <a:r>
              <a:rPr lang="en-US" sz="3200" dirty="0">
                <a:solidFill>
                  <a:srgbClr val="124E73"/>
                </a:solidFill>
                <a:latin typeface="MuseoModerno Medium" pitchFamily="34" charset="0"/>
              </a:rPr>
              <a:t> Aule</a:t>
            </a:r>
          </a:p>
        </p:txBody>
      </p:sp>
      <p:sp>
        <p:nvSpPr>
          <p:cNvPr id="8" name="Text 5"/>
          <p:cNvSpPr/>
          <p:nvPr/>
        </p:nvSpPr>
        <p:spPr>
          <a:xfrm>
            <a:off x="7099321" y="2547144"/>
            <a:ext cx="4443500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Ogni aula è equipaggiata con un nodo autonomo basato su Arduino UNO, collegato via USB al PC, e i suoi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relativi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sensori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1475" y="4622899"/>
            <a:ext cx="3496877" cy="144234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77479" y="4837311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Sensore DHT22</a:t>
            </a:r>
            <a:endParaRPr lang="en-US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Text 7"/>
          <p:cNvSpPr/>
          <p:nvPr/>
        </p:nvSpPr>
        <p:spPr>
          <a:xfrm>
            <a:off x="977479" y="5245993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Temperatura e umidità con precisione ±0.5°C</a:t>
            </a: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47359" y="4622899"/>
            <a:ext cx="3496877" cy="144234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663363" y="4837311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Sensore KY-037</a:t>
            </a:r>
            <a:endParaRPr lang="en-US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Text 9"/>
          <p:cNvSpPr/>
          <p:nvPr/>
        </p:nvSpPr>
        <p:spPr>
          <a:xfrm>
            <a:off x="4663363" y="5245993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>
              <a:lnSpc>
                <a:spcPct val="133000"/>
              </a:lnSpc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Rilevazione del rumore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ambientale</a:t>
            </a: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500" dirty="0" err="1">
                <a:solidFill>
                  <a:srgbClr val="2B4150"/>
                </a:solidFill>
                <a:latin typeface="Source Sans 3" pitchFamily="34" charset="0"/>
              </a:rPr>
              <a:t>analogico</a:t>
            </a:r>
            <a:endParaRPr lang="en-US" sz="1500" dirty="0">
              <a:solidFill>
                <a:srgbClr val="2B4150"/>
              </a:solidFill>
              <a:latin typeface="Source Sans 3" pitchFamily="34" charset="0"/>
            </a:endParaRPr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33244" y="4622899"/>
            <a:ext cx="3496877" cy="1442343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8349247" y="4837311"/>
            <a:ext cx="2966467" cy="2952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Comunicazione Seriale</a:t>
            </a:r>
            <a:endParaRPr lang="en-US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7" name="Text 11"/>
          <p:cNvSpPr/>
          <p:nvPr/>
        </p:nvSpPr>
        <p:spPr>
          <a:xfrm>
            <a:off x="8349247" y="5245993"/>
            <a:ext cx="2966467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>
              <a:lnSpc>
                <a:spcPct val="133000"/>
              </a:lnSpc>
              <a:buNone/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Dati JSON a 115200 baud ogni 10 secondi</a:t>
            </a:r>
          </a:p>
        </p:txBody>
      </p:sp>
      <p:sp>
        <p:nvSpPr>
          <p:cNvPr id="20" name="Rettangolo 19">
            <a:extLst>
              <a:ext uri="{FF2B5EF4-FFF2-40B4-BE49-F238E27FC236}">
                <a16:creationId xmlns:a16="http://schemas.microsoft.com/office/drawing/2014/main" id="{4C7F2062-4182-2305-6743-D55548778DE3}"/>
              </a:ext>
            </a:extLst>
          </p:cNvPr>
          <p:cNvSpPr/>
          <p:nvPr/>
        </p:nvSpPr>
        <p:spPr>
          <a:xfrm>
            <a:off x="10913577" y="6204858"/>
            <a:ext cx="1220585" cy="592494"/>
          </a:xfrm>
          <a:prstGeom prst="rect">
            <a:avLst/>
          </a:prstGeom>
          <a:solidFill>
            <a:srgbClr val="FFFCF5"/>
          </a:solidFill>
          <a:ln>
            <a:solidFill>
              <a:srgbClr val="FFFC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2793" y="612984"/>
            <a:ext cx="7266260" cy="3198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R="0" lvl="0" indent="0" fontAlgn="auto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dirty="0">
                <a:solidFill>
                  <a:srgbClr val="124E73"/>
                </a:solidFill>
                <a:latin typeface="MuseoModerno Medium" pitchFamily="34" charset="0"/>
              </a:rPr>
              <a:t>Bridge e script Python</a:t>
            </a:r>
          </a:p>
        </p:txBody>
      </p:sp>
      <p:sp>
        <p:nvSpPr>
          <p:cNvPr id="3" name="Text 1"/>
          <p:cNvSpPr/>
          <p:nvPr/>
        </p:nvSpPr>
        <p:spPr>
          <a:xfrm>
            <a:off x="655430" y="786823"/>
            <a:ext cx="10868745" cy="4946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Source Sans 3" panose="020B060402020202020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552793" y="2451813"/>
            <a:ext cx="1877805" cy="2210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600" dirty="0">
                <a:solidFill>
                  <a:srgbClr val="124E73"/>
                </a:solidFill>
                <a:latin typeface="MuseoModerno Medium" pitchFamily="34" charset="0"/>
              </a:rPr>
              <a:t>Perchè esiste il bridge:</a:t>
            </a:r>
          </a:p>
        </p:txBody>
      </p:sp>
      <p:sp>
        <p:nvSpPr>
          <p:cNvPr id="21" name="Text 19"/>
          <p:cNvSpPr/>
          <p:nvPr/>
        </p:nvSpPr>
        <p:spPr>
          <a:xfrm>
            <a:off x="5904986" y="2455078"/>
            <a:ext cx="3396109" cy="3024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lvl="0">
              <a:defRPr/>
            </a:pPr>
            <a:r>
              <a:rPr lang="en-US" sz="1600" dirty="0">
                <a:solidFill>
                  <a:srgbClr val="124E73"/>
                </a:solidFill>
                <a:latin typeface="MuseoModerno Medium" pitchFamily="34" charset="0"/>
              </a:rPr>
              <a:t>Perchè esiste lo script</a:t>
            </a:r>
            <a:r>
              <a:rPr lang="it-IT" sz="1600" dirty="0">
                <a:solidFill>
                  <a:srgbClr val="124E73"/>
                </a:solidFill>
                <a:latin typeface="MuseoModerno Medium" pitchFamily="34" charset="0"/>
              </a:rPr>
              <a:t>:</a:t>
            </a:r>
            <a:endParaRPr lang="en-US" sz="1600" dirty="0">
              <a:solidFill>
                <a:srgbClr val="124E73"/>
              </a:solidFill>
              <a:latin typeface="MuseoModerno Medium" pitchFamily="34" charset="0"/>
            </a:endParaRPr>
          </a:p>
        </p:txBody>
      </p:sp>
      <p:pic>
        <p:nvPicPr>
          <p:cNvPr id="3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1481" y="4598558"/>
            <a:ext cx="3966463" cy="1555020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2430598" y="4597253"/>
            <a:ext cx="1902017" cy="611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dirty="0">
                <a:solidFill>
                  <a:srgbClr val="2B4150"/>
                </a:solidFill>
                <a:latin typeface="Source Sans 3" pitchFamily="34" charset="0"/>
              </a:rPr>
              <a:t>Arduino → Python</a:t>
            </a:r>
          </a:p>
        </p:txBody>
      </p:sp>
      <p:sp>
        <p:nvSpPr>
          <p:cNvPr id="37" name="Text 34"/>
          <p:cNvSpPr/>
          <p:nvPr/>
        </p:nvSpPr>
        <p:spPr>
          <a:xfrm>
            <a:off x="6923861" y="5847888"/>
            <a:ext cx="3330482" cy="4886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dirty="0">
                <a:solidFill>
                  <a:srgbClr val="2B4150"/>
                </a:solidFill>
                <a:latin typeface="Source Sans 3" pitchFamily="34" charset="0"/>
              </a:rPr>
              <a:t>Script Python → Bridge Server</a:t>
            </a:r>
          </a:p>
        </p:txBody>
      </p:sp>
      <p:sp>
        <p:nvSpPr>
          <p:cNvPr id="38" name="Text 35"/>
          <p:cNvSpPr/>
          <p:nvPr/>
        </p:nvSpPr>
        <p:spPr>
          <a:xfrm>
            <a:off x="6690594" y="4598558"/>
            <a:ext cx="3330481" cy="611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R="0" lvl="0" indent="0" algn="r" fontAlgn="auto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dirty="0">
                <a:solidFill>
                  <a:srgbClr val="2B4150"/>
                </a:solidFill>
                <a:latin typeface="Source Sans 3" pitchFamily="34" charset="0"/>
              </a:rPr>
              <a:t>Bridge Server → Script Python</a:t>
            </a:r>
          </a:p>
        </p:txBody>
      </p:sp>
      <p:sp>
        <p:nvSpPr>
          <p:cNvPr id="39" name="Text 36"/>
          <p:cNvSpPr/>
          <p:nvPr/>
        </p:nvSpPr>
        <p:spPr>
          <a:xfrm>
            <a:off x="2430598" y="5833993"/>
            <a:ext cx="1902017" cy="6113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>
              <a:lnSpc>
                <a:spcPct val="104000"/>
              </a:lnSpc>
              <a:defRPr/>
            </a:pPr>
            <a:r>
              <a:rPr lang="en-US" sz="2000" dirty="0">
                <a:solidFill>
                  <a:srgbClr val="2B4150"/>
                </a:solidFill>
                <a:latin typeface="Source Sans 3" pitchFamily="34" charset="0"/>
              </a:rPr>
              <a:t>Python → Arduino</a:t>
            </a:r>
          </a:p>
        </p:txBody>
      </p:sp>
      <p:sp>
        <p:nvSpPr>
          <p:cNvPr id="43" name="CasellaDiTesto 42">
            <a:extLst>
              <a:ext uri="{FF2B5EF4-FFF2-40B4-BE49-F238E27FC236}">
                <a16:creationId xmlns:a16="http://schemas.microsoft.com/office/drawing/2014/main" id="{13A4E756-3C0C-B134-108F-CA40587F5E47}"/>
              </a:ext>
            </a:extLst>
          </p:cNvPr>
          <p:cNvSpPr txBox="1"/>
          <p:nvPr/>
        </p:nvSpPr>
        <p:spPr>
          <a:xfrm>
            <a:off x="458955" y="2822615"/>
            <a:ext cx="421568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 lang="it-IT" sz="1600" dirty="0">
                <a:solidFill>
                  <a:srgbClr val="2B4150"/>
                </a:solidFill>
                <a:latin typeface="Source Sans 3" pitchFamily="34" charset="0"/>
              </a:rPr>
              <a:t>Impedisce ai nodi di comunicare direttamente con Firebase, garantendo sicurezza e supportando future integrazioni AI.</a:t>
            </a:r>
          </a:p>
        </p:txBody>
      </p:sp>
      <p:sp>
        <p:nvSpPr>
          <p:cNvPr id="45" name="CasellaDiTesto 44">
            <a:extLst>
              <a:ext uri="{FF2B5EF4-FFF2-40B4-BE49-F238E27FC236}">
                <a16:creationId xmlns:a16="http://schemas.microsoft.com/office/drawing/2014/main" id="{D3ACB3DB-AA8C-F396-3B03-85200EBFDFF4}"/>
              </a:ext>
            </a:extLst>
          </p:cNvPr>
          <p:cNvSpPr txBox="1"/>
          <p:nvPr/>
        </p:nvSpPr>
        <p:spPr>
          <a:xfrm>
            <a:off x="5830341" y="2817932"/>
            <a:ext cx="527308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dirty="0">
                <a:solidFill>
                  <a:srgbClr val="2B4150"/>
                </a:solidFill>
                <a:latin typeface="Source Sans 3" pitchFamily="34" charset="0"/>
              </a:rPr>
              <a:t>Collega Arduino al Bridge, inviando i dati dei sensori e gestendo il LED tramite comandi seriali, con controllo degli eventuali errori di comunicazione.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8F90596-EF63-D761-4361-1785F375564E}"/>
              </a:ext>
            </a:extLst>
          </p:cNvPr>
          <p:cNvSpPr txBox="1"/>
          <p:nvPr/>
        </p:nvSpPr>
        <p:spPr>
          <a:xfrm>
            <a:off x="458955" y="1311022"/>
            <a:ext cx="1109733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 sz="1600" dirty="0">
                <a:solidFill>
                  <a:srgbClr val="2B4150"/>
                </a:solidFill>
                <a:latin typeface="Source Sans 3" pitchFamily="34" charset="0"/>
              </a:rPr>
              <a:t>Il Bridge è il cuore del sistema: raccoglie e valida i dati, aggiorna Firebase, individua la stanza migliore e controlla i LED tramite Arduino.</a:t>
            </a:r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D329EBE4-F62C-6705-87F8-E627DD3474F0}"/>
              </a:ext>
            </a:extLst>
          </p:cNvPr>
          <p:cNvSpPr/>
          <p:nvPr/>
        </p:nvSpPr>
        <p:spPr>
          <a:xfrm>
            <a:off x="10913577" y="6204858"/>
            <a:ext cx="1220585" cy="592494"/>
          </a:xfrm>
          <a:prstGeom prst="rect">
            <a:avLst/>
          </a:prstGeom>
          <a:solidFill>
            <a:srgbClr val="FFFCF5"/>
          </a:solidFill>
          <a:ln>
            <a:solidFill>
              <a:srgbClr val="FFFC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233360" y="419100"/>
            <a:ext cx="6296860" cy="4060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>
              <a:lnSpc>
                <a:spcPct val="104000"/>
              </a:lnSpc>
              <a:buNone/>
            </a:pPr>
            <a:r>
              <a:rPr lang="en-US" sz="3200" dirty="0">
                <a:solidFill>
                  <a:srgbClr val="124E73"/>
                </a:solidFill>
                <a:latin typeface="MuseoModerno Medium" pitchFamily="34" charset="0"/>
              </a:rPr>
              <a:t>App Android</a:t>
            </a:r>
          </a:p>
        </p:txBody>
      </p:sp>
      <p:sp>
        <p:nvSpPr>
          <p:cNvPr id="5" name="Text 1"/>
          <p:cNvSpPr/>
          <p:nvPr/>
        </p:nvSpPr>
        <p:spPr>
          <a:xfrm>
            <a:off x="5233360" y="958821"/>
            <a:ext cx="6906444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500" dirty="0">
                <a:solidFill>
                  <a:srgbClr val="2B4150"/>
                </a:solidFill>
                <a:latin typeface="Source Sans 3" pitchFamily="34" charset="0"/>
              </a:rPr>
              <a:t>Un'app nativa in Java/XML che legge da Firebase e ti guida verso l'aula migliore.</a:t>
            </a:r>
          </a:p>
        </p:txBody>
      </p:sp>
      <p:sp>
        <p:nvSpPr>
          <p:cNvPr id="6" name="Shape 2"/>
          <p:cNvSpPr/>
          <p:nvPr/>
        </p:nvSpPr>
        <p:spPr>
          <a:xfrm>
            <a:off x="5233360" y="1335782"/>
            <a:ext cx="6296860" cy="1183580"/>
          </a:xfrm>
          <a:prstGeom prst="roundRect">
            <a:avLst>
              <a:gd name="adj" fmla="val 461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Shape 3"/>
          <p:cNvSpPr/>
          <p:nvPr/>
        </p:nvSpPr>
        <p:spPr>
          <a:xfrm>
            <a:off x="5369584" y="1472009"/>
            <a:ext cx="389821" cy="389830"/>
          </a:xfrm>
          <a:prstGeom prst="ellipse">
            <a:avLst/>
          </a:prstGeom>
          <a:solidFill>
            <a:srgbClr val="D2600F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76738" y="1579166"/>
            <a:ext cx="175414" cy="175419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5369584" y="1951137"/>
            <a:ext cx="6024412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kern="0" spc="-38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Score in Tempo Reale</a:t>
            </a:r>
            <a:endParaRPr lang="en-US" sz="150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Text 5"/>
          <p:cNvSpPr/>
          <p:nvPr/>
        </p:nvSpPr>
        <p:spPr>
          <a:xfrm>
            <a:off x="5369584" y="2207716"/>
            <a:ext cx="6024412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Calcolato da temperatura, umidità e rumore con </a:t>
            </a:r>
            <a:r>
              <a:rPr lang="en-US" sz="1400" dirty="0" err="1">
                <a:solidFill>
                  <a:srgbClr val="2B4150"/>
                </a:solidFill>
                <a:latin typeface="Source Sans 3" pitchFamily="34" charset="0"/>
              </a:rPr>
              <a:t>pesi</a:t>
            </a: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400" dirty="0" err="1">
                <a:solidFill>
                  <a:srgbClr val="2B4150"/>
                </a:solidFill>
                <a:latin typeface="Source Sans 3" pitchFamily="34" charset="0"/>
              </a:rPr>
              <a:t>personalizzabili</a:t>
            </a:r>
            <a:endParaRPr lang="en-US" sz="1400" dirty="0">
              <a:solidFill>
                <a:srgbClr val="2B4150"/>
              </a:solidFill>
              <a:latin typeface="Source Sans 3" pitchFamily="34" charset="0"/>
            </a:endParaRPr>
          </a:p>
        </p:txBody>
      </p:sp>
      <p:sp>
        <p:nvSpPr>
          <p:cNvPr id="11" name="Shape 6"/>
          <p:cNvSpPr/>
          <p:nvPr/>
        </p:nvSpPr>
        <p:spPr>
          <a:xfrm>
            <a:off x="5233360" y="2608659"/>
            <a:ext cx="6296860" cy="1183580"/>
          </a:xfrm>
          <a:prstGeom prst="roundRect">
            <a:avLst>
              <a:gd name="adj" fmla="val 461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Shape 7"/>
          <p:cNvSpPr/>
          <p:nvPr/>
        </p:nvSpPr>
        <p:spPr>
          <a:xfrm>
            <a:off x="5369584" y="2744887"/>
            <a:ext cx="389821" cy="389830"/>
          </a:xfrm>
          <a:prstGeom prst="ellipse">
            <a:avLst/>
          </a:prstGeom>
          <a:solidFill>
            <a:srgbClr val="D2600F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476738" y="2852043"/>
            <a:ext cx="175414" cy="175419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369584" y="3224014"/>
            <a:ext cx="6024412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kern="0" spc="-38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Notifiche</a:t>
            </a:r>
            <a:r>
              <a:rPr lang="en-US" sz="1400" kern="0" spc="-38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 Intelligenti</a:t>
            </a:r>
            <a:endParaRPr lang="en-US" sz="140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Text 9"/>
          <p:cNvSpPr/>
          <p:nvPr/>
        </p:nvSpPr>
        <p:spPr>
          <a:xfrm>
            <a:off x="5369584" y="3480594"/>
            <a:ext cx="6024412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3000"/>
              </a:lnSpc>
              <a:buNone/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Avviso quando il rumore supera 30 dB, silenziato automaticamente sotto 20 dB</a:t>
            </a:r>
          </a:p>
        </p:txBody>
      </p:sp>
      <p:sp>
        <p:nvSpPr>
          <p:cNvPr id="16" name="Shape 10"/>
          <p:cNvSpPr/>
          <p:nvPr/>
        </p:nvSpPr>
        <p:spPr>
          <a:xfrm>
            <a:off x="5233360" y="3881537"/>
            <a:ext cx="6296860" cy="1183580"/>
          </a:xfrm>
          <a:prstGeom prst="roundRect">
            <a:avLst>
              <a:gd name="adj" fmla="val 461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1"/>
          <p:cNvSpPr/>
          <p:nvPr/>
        </p:nvSpPr>
        <p:spPr>
          <a:xfrm>
            <a:off x="5369584" y="4017764"/>
            <a:ext cx="389821" cy="389830"/>
          </a:xfrm>
          <a:prstGeom prst="ellipse">
            <a:avLst/>
          </a:prstGeom>
          <a:solidFill>
            <a:srgbClr val="D2600F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76738" y="4124920"/>
            <a:ext cx="175414" cy="175419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369584" y="4496891"/>
            <a:ext cx="6024412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kern="0" spc="-38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Preferenze Utente</a:t>
            </a:r>
            <a:endParaRPr lang="en-US" sz="150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0" name="Text 13"/>
          <p:cNvSpPr/>
          <p:nvPr/>
        </p:nvSpPr>
        <p:spPr>
          <a:xfrm>
            <a:off x="5369584" y="4753471"/>
            <a:ext cx="6024412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3000"/>
              </a:lnSpc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Bilanciata, Priorità Silenzio o Priorità Comfort: i pesi dello score </a:t>
            </a:r>
            <a:r>
              <a:rPr lang="en-US" sz="1400" dirty="0" err="1">
                <a:solidFill>
                  <a:srgbClr val="2B4150"/>
                </a:solidFill>
                <a:latin typeface="Source Sans 3" pitchFamily="34" charset="0"/>
              </a:rPr>
              <a:t>si</a:t>
            </a: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 </a:t>
            </a:r>
            <a:r>
              <a:rPr lang="en-US" sz="1400" dirty="0" err="1">
                <a:solidFill>
                  <a:srgbClr val="2B4150"/>
                </a:solidFill>
                <a:latin typeface="Source Sans 3" pitchFamily="34" charset="0"/>
              </a:rPr>
              <a:t>adattano</a:t>
            </a:r>
            <a:endParaRPr lang="en-US" sz="1400" dirty="0">
              <a:solidFill>
                <a:srgbClr val="2B4150"/>
              </a:solidFill>
              <a:latin typeface="Source Sans 3" pitchFamily="34" charset="0"/>
            </a:endParaRPr>
          </a:p>
        </p:txBody>
      </p:sp>
      <p:sp>
        <p:nvSpPr>
          <p:cNvPr id="21" name="Shape 14"/>
          <p:cNvSpPr/>
          <p:nvPr/>
        </p:nvSpPr>
        <p:spPr>
          <a:xfrm>
            <a:off x="5233360" y="5154414"/>
            <a:ext cx="6296860" cy="1183580"/>
          </a:xfrm>
          <a:prstGeom prst="roundRect">
            <a:avLst>
              <a:gd name="adj" fmla="val 4611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Shape 15"/>
          <p:cNvSpPr/>
          <p:nvPr/>
        </p:nvSpPr>
        <p:spPr>
          <a:xfrm>
            <a:off x="5369584" y="5290641"/>
            <a:ext cx="389821" cy="389830"/>
          </a:xfrm>
          <a:prstGeom prst="ellipse">
            <a:avLst/>
          </a:prstGeom>
          <a:solidFill>
            <a:srgbClr val="D2600F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76738" y="5397798"/>
            <a:ext cx="175414" cy="175419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5369584" y="5769769"/>
            <a:ext cx="6024412" cy="2030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kern="0" spc="-38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Classificazione Aule</a:t>
            </a:r>
            <a:endParaRPr lang="en-US" sz="150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5" name="Text 17"/>
          <p:cNvSpPr/>
          <p:nvPr/>
        </p:nvSpPr>
        <p:spPr>
          <a:xfrm>
            <a:off x="5369584" y="6026348"/>
            <a:ext cx="6024412" cy="175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>
              <a:lnSpc>
                <a:spcPct val="113000"/>
              </a:lnSpc>
              <a:buNone/>
            </a:pPr>
            <a:r>
              <a:rPr lang="en-US" sz="1400" dirty="0">
                <a:solidFill>
                  <a:srgbClr val="2B4150"/>
                </a:solidFill>
                <a:latin typeface="Source Sans 3" pitchFamily="34" charset="0"/>
              </a:rPr>
              <a:t>Consigliata (≥80), Accettabile (≥60), Poco adatta (≥40), Sconsigliata (&lt;40)</a:t>
            </a:r>
          </a:p>
        </p:txBody>
      </p:sp>
      <p:pic>
        <p:nvPicPr>
          <p:cNvPr id="28" name="Immagine 27">
            <a:extLst>
              <a:ext uri="{FF2B5EF4-FFF2-40B4-BE49-F238E27FC236}">
                <a16:creationId xmlns:a16="http://schemas.microsoft.com/office/drawing/2014/main" id="{799AB428-EDC6-A39E-9CB9-7595C27F844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086" y="199760"/>
            <a:ext cx="2996465" cy="6251510"/>
          </a:xfrm>
          <a:prstGeom prst="rect">
            <a:avLst/>
          </a:prstGeom>
        </p:spPr>
      </p:pic>
      <p:sp>
        <p:nvSpPr>
          <p:cNvPr id="26" name="Rettangolo 25">
            <a:extLst>
              <a:ext uri="{FF2B5EF4-FFF2-40B4-BE49-F238E27FC236}">
                <a16:creationId xmlns:a16="http://schemas.microsoft.com/office/drawing/2014/main" id="{4AE20AE1-D635-9C2C-3E17-A11A3FA29751}"/>
              </a:ext>
            </a:extLst>
          </p:cNvPr>
          <p:cNvSpPr/>
          <p:nvPr/>
        </p:nvSpPr>
        <p:spPr>
          <a:xfrm>
            <a:off x="10913577" y="6427290"/>
            <a:ext cx="1220585" cy="370061"/>
          </a:xfrm>
          <a:prstGeom prst="rect">
            <a:avLst/>
          </a:prstGeom>
          <a:solidFill>
            <a:srgbClr val="FFFCF5"/>
          </a:solidFill>
          <a:ln>
            <a:solidFill>
              <a:srgbClr val="FFFC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61475" y="1091208"/>
            <a:ext cx="10868745" cy="5906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>
              <a:lnSpc>
                <a:spcPct val="104000"/>
              </a:lnSpc>
              <a:buNone/>
            </a:pPr>
            <a:r>
              <a:rPr lang="en-US" sz="3600" dirty="0">
                <a:solidFill>
                  <a:srgbClr val="124E73"/>
                </a:solidFill>
                <a:latin typeface="MuseoModerno Medium" pitchFamily="34" charset="0"/>
              </a:rPr>
              <a:t>Predizioni ML</a:t>
            </a:r>
          </a:p>
        </p:txBody>
      </p:sp>
      <p:sp>
        <p:nvSpPr>
          <p:cNvPr id="3" name="Text 1"/>
          <p:cNvSpPr/>
          <p:nvPr/>
        </p:nvSpPr>
        <p:spPr>
          <a:xfrm>
            <a:off x="661475" y="1849903"/>
            <a:ext cx="11478330" cy="3024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dirty="0">
                <a:solidFill>
                  <a:srgbClr val="2B4150"/>
                </a:solidFill>
                <a:latin typeface="Source Sans 3" pitchFamily="34" charset="0"/>
              </a:rPr>
              <a:t>Il modulo lm/predictor.py trasforma lo storico in intelligenza predittiva usando un </a:t>
            </a:r>
            <a:r>
              <a:rPr lang="en-US" dirty="0" err="1">
                <a:solidFill>
                  <a:srgbClr val="2B4150"/>
                </a:solidFill>
                <a:latin typeface="Source Sans 3" pitchFamily="34" charset="0"/>
              </a:rPr>
              <a:t>RandomForestRegressor</a:t>
            </a:r>
            <a:r>
              <a:rPr lang="en-US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sp>
        <p:nvSpPr>
          <p:cNvPr id="4" name="Shape 2"/>
          <p:cNvSpPr/>
          <p:nvPr/>
        </p:nvSpPr>
        <p:spPr>
          <a:xfrm>
            <a:off x="661475" y="2480370"/>
            <a:ext cx="10868745" cy="2015430"/>
          </a:xfrm>
          <a:prstGeom prst="roundRect">
            <a:avLst>
              <a:gd name="adj" fmla="val 3939"/>
            </a:avLst>
          </a:prstGeom>
          <a:solidFill>
            <a:srgbClr val="FCE2CF"/>
          </a:solidFill>
          <a:ln w="6350">
            <a:solidFill>
              <a:srgbClr val="E2C8B5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" name="Shape 3"/>
          <p:cNvSpPr/>
          <p:nvPr/>
        </p:nvSpPr>
        <p:spPr>
          <a:xfrm>
            <a:off x="667825" y="2486720"/>
            <a:ext cx="3618616" cy="2002730"/>
          </a:xfrm>
          <a:custGeom>
            <a:avLst/>
            <a:gdLst/>
            <a:ahLst/>
            <a:cxnLst/>
            <a:rect l="l" t="t" r="r" b="b"/>
            <a:pathLst>
              <a:path w="3618616" h="2002730">
                <a:moveTo>
                  <a:pt x="66156" y="0"/>
                </a:moveTo>
                <a:lnTo>
                  <a:pt x="3618616" y="0"/>
                </a:lnTo>
                <a:lnTo>
                  <a:pt x="3618616" y="2002730"/>
                </a:lnTo>
                <a:lnTo>
                  <a:pt x="66156" y="2002730"/>
                </a:lnTo>
                <a:arcTo wR="66156" hR="66158" stAng="5400000" swAng="5400000"/>
                <a:lnTo>
                  <a:pt x="0" y="66158"/>
                </a:lnTo>
                <a:arcTo wR="66156" hR="66158" stAng="10800000" swAng="5400000"/>
                <a:close/>
              </a:path>
            </a:pathLst>
          </a:custGeom>
          <a:solidFill>
            <a:srgbClr val="FCE2C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856832" y="2675731"/>
            <a:ext cx="3240602" cy="301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📥</a:t>
            </a:r>
            <a:r>
              <a:rPr lang="en-US" sz="1850" kern="0" spc="-56" dirty="0">
                <a:solidFill>
                  <a:srgbClr val="2B2E3C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850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Input</a:t>
            </a:r>
            <a:endParaRPr lang="en-US" sz="185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856832" y="3090763"/>
            <a:ext cx="3240602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Legge history/ da Firebase e costruisce un dataset con temperatura, umidità, rumore, ora e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giorno</a:t>
            </a:r>
            <a:endParaRPr lang="en-US" sz="1600" dirty="0">
              <a:solidFill>
                <a:srgbClr val="2B4150"/>
              </a:solidFill>
              <a:latin typeface="Source Sans 3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286440" y="2486720"/>
            <a:ext cx="3618715" cy="2002730"/>
          </a:xfrm>
          <a:prstGeom prst="rect">
            <a:avLst/>
          </a:prstGeom>
          <a:solidFill>
            <a:srgbClr val="FCE2C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9" name="Shape 7"/>
          <p:cNvSpPr/>
          <p:nvPr/>
        </p:nvSpPr>
        <p:spPr>
          <a:xfrm>
            <a:off x="4286440" y="2486720"/>
            <a:ext cx="25399" cy="2002730"/>
          </a:xfrm>
          <a:prstGeom prst="roundRect">
            <a:avLst>
              <a:gd name="adj" fmla="val 50001"/>
            </a:avLst>
          </a:prstGeom>
          <a:solidFill>
            <a:srgbClr val="E2C8B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4475447" y="2675731"/>
            <a:ext cx="3240701" cy="301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🎯</a:t>
            </a:r>
            <a:r>
              <a:rPr lang="en-US" sz="1850" kern="0" spc="-56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 </a:t>
            </a:r>
            <a:r>
              <a:rPr lang="en-US" sz="1850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Target</a:t>
            </a:r>
            <a:endParaRPr lang="en-US" sz="185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475447" y="3090763"/>
            <a:ext cx="3240701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>
              <a:lnSpc>
                <a:spcPct val="133000"/>
              </a:lnSpc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Predice lo score tra 15 minuti basandosi sulle coppie: situazione attuale - score futuro</a:t>
            </a:r>
          </a:p>
        </p:txBody>
      </p:sp>
      <p:sp>
        <p:nvSpPr>
          <p:cNvPr id="12" name="Shape 10"/>
          <p:cNvSpPr/>
          <p:nvPr/>
        </p:nvSpPr>
        <p:spPr>
          <a:xfrm>
            <a:off x="7905155" y="2486720"/>
            <a:ext cx="3618715" cy="2002730"/>
          </a:xfrm>
          <a:custGeom>
            <a:avLst/>
            <a:gdLst/>
            <a:ahLst/>
            <a:cxnLst/>
            <a:rect l="l" t="t" r="r" b="b"/>
            <a:pathLst>
              <a:path w="3618715" h="2002730">
                <a:moveTo>
                  <a:pt x="0" y="0"/>
                </a:moveTo>
                <a:lnTo>
                  <a:pt x="3552558" y="0"/>
                </a:lnTo>
                <a:arcTo wR="66156" hR="66158" stAng="16200000" swAng="5400000"/>
                <a:lnTo>
                  <a:pt x="3618715" y="1936572"/>
                </a:lnTo>
                <a:arcTo wR="66156" hR="66158" stAng="0" swAng="5400000"/>
                <a:lnTo>
                  <a:pt x="0" y="2002730"/>
                </a:lnTo>
                <a:lnTo>
                  <a:pt x="0" y="0"/>
                </a:lnTo>
                <a:close/>
              </a:path>
            </a:pathLst>
          </a:custGeom>
          <a:solidFill>
            <a:srgbClr val="FCE2C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3" name="Shape 11"/>
          <p:cNvSpPr/>
          <p:nvPr/>
        </p:nvSpPr>
        <p:spPr>
          <a:xfrm>
            <a:off x="7905155" y="2486720"/>
            <a:ext cx="25399" cy="2002730"/>
          </a:xfrm>
          <a:prstGeom prst="roundRect">
            <a:avLst>
              <a:gd name="adj" fmla="val 50001"/>
            </a:avLst>
          </a:prstGeom>
          <a:solidFill>
            <a:srgbClr val="E2C8B5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8094162" y="2675731"/>
            <a:ext cx="3240701" cy="3016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kern="0" spc="-56" dirty="0">
                <a:solidFill>
                  <a:srgbClr val="000000"/>
                </a:solidFill>
                <a:latin typeface="Twemoji Mozilla" pitchFamily="34" charset="0"/>
                <a:ea typeface="Twemoji Mozilla" pitchFamily="34" charset="-122"/>
                <a:cs typeface="Twemoji Mozilla" pitchFamily="34" charset="-120"/>
              </a:rPr>
              <a:t>📤</a:t>
            </a:r>
            <a:r>
              <a:rPr lang="en-US" sz="1850" kern="0" spc="-56" dirty="0">
                <a:solidFill>
                  <a:srgbClr val="2B2E3C"/>
                </a:solidFill>
                <a:latin typeface="Bitter Medium" pitchFamily="34" charset="0"/>
                <a:ea typeface="Bitter Medium" pitchFamily="34" charset="-122"/>
                <a:cs typeface="Bitter Medium" pitchFamily="34" charset="-120"/>
              </a:rPr>
              <a:t> </a:t>
            </a:r>
            <a:r>
              <a:rPr lang="en-US" sz="1850" kern="0" spc="-56" dirty="0">
                <a:solidFill>
                  <a:srgbClr val="2B2E3C"/>
                </a:solidFill>
                <a:latin typeface="MuseoModerno Medium" panose="020B0604020202020204" charset="0"/>
                <a:ea typeface="Open Sans" panose="020B0606030504020204" pitchFamily="34" charset="0"/>
                <a:cs typeface="Open Sans" panose="020B0606030504020204" pitchFamily="34" charset="0"/>
              </a:rPr>
              <a:t>Output</a:t>
            </a:r>
            <a:endParaRPr lang="en-US" sz="1850" dirty="0">
              <a:latin typeface="MuseoModerno Medium" panose="020B060402020202020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094162" y="3090763"/>
            <a:ext cx="3240701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indent="0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In predictions/ scrive score previsto, trend (miglioramento/peggioramento) e MAE del modello</a:t>
            </a:r>
          </a:p>
        </p:txBody>
      </p:sp>
      <p:sp>
        <p:nvSpPr>
          <p:cNvPr id="16" name="Shape 14"/>
          <p:cNvSpPr/>
          <p:nvPr/>
        </p:nvSpPr>
        <p:spPr>
          <a:xfrm>
            <a:off x="661475" y="4708426"/>
            <a:ext cx="10868745" cy="1058366"/>
          </a:xfrm>
          <a:prstGeom prst="roundRect">
            <a:avLst>
              <a:gd name="adj" fmla="val 7501"/>
            </a:avLst>
          </a:prstGeom>
          <a:solidFill>
            <a:srgbClr val="FCE2C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8" name="Text 15"/>
          <p:cNvSpPr/>
          <p:nvPr/>
        </p:nvSpPr>
        <p:spPr>
          <a:xfrm>
            <a:off x="1063052" y="4944666"/>
            <a:ext cx="10065490" cy="6048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Con abbastanza storico, il modello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raggiunge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 un MAE di circa 6.2 punti sullo score, che è abbastanza preciso per suggerimenti </a:t>
            </a:r>
            <a:r>
              <a:rPr lang="en-US" sz="1600" dirty="0" err="1">
                <a:solidFill>
                  <a:srgbClr val="2B4150"/>
                </a:solidFill>
                <a:latin typeface="Source Sans 3" pitchFamily="34" charset="0"/>
              </a:rPr>
              <a:t>utili</a:t>
            </a:r>
            <a:r>
              <a:rPr lang="en-US" sz="1600" dirty="0">
                <a:solidFill>
                  <a:srgbClr val="2B4150"/>
                </a:solidFill>
                <a:latin typeface="Source Sans 3" pitchFamily="34" charset="0"/>
              </a:rPr>
              <a:t>.</a:t>
            </a:r>
          </a:p>
        </p:txBody>
      </p:sp>
      <p:sp>
        <p:nvSpPr>
          <p:cNvPr id="17" name="Rettangolo 16">
            <a:extLst>
              <a:ext uri="{FF2B5EF4-FFF2-40B4-BE49-F238E27FC236}">
                <a16:creationId xmlns:a16="http://schemas.microsoft.com/office/drawing/2014/main" id="{F2B0A44C-ACF1-A0EB-E5DE-3B3FC7DADA72}"/>
              </a:ext>
            </a:extLst>
          </p:cNvPr>
          <p:cNvSpPr/>
          <p:nvPr/>
        </p:nvSpPr>
        <p:spPr>
          <a:xfrm>
            <a:off x="5887616" y="6083559"/>
            <a:ext cx="1828532" cy="4758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23" name="Rettangolo 22">
            <a:extLst>
              <a:ext uri="{FF2B5EF4-FFF2-40B4-BE49-F238E27FC236}">
                <a16:creationId xmlns:a16="http://schemas.microsoft.com/office/drawing/2014/main" id="{E352E022-A85A-4A38-797C-3370EF5A386A}"/>
              </a:ext>
            </a:extLst>
          </p:cNvPr>
          <p:cNvSpPr/>
          <p:nvPr/>
        </p:nvSpPr>
        <p:spPr>
          <a:xfrm>
            <a:off x="10913577" y="6204858"/>
            <a:ext cx="1220585" cy="592494"/>
          </a:xfrm>
          <a:prstGeom prst="rect">
            <a:avLst/>
          </a:prstGeom>
          <a:solidFill>
            <a:srgbClr val="FFFCF5"/>
          </a:solidFill>
          <a:ln>
            <a:solidFill>
              <a:srgbClr val="FFFCF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183</TotalTime>
  <Words>908</Words>
  <Application>Microsoft Office PowerPoint</Application>
  <PresentationFormat>Widescreen</PresentationFormat>
  <Paragraphs>125</Paragraphs>
  <Slides>13</Slides>
  <Notes>13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13</vt:i4>
      </vt:variant>
    </vt:vector>
  </HeadingPairs>
  <TitlesOfParts>
    <vt:vector size="23" baseType="lpstr">
      <vt:lpstr>Aptos</vt:lpstr>
      <vt:lpstr>MuseoModerno Medium</vt:lpstr>
      <vt:lpstr>Source Sans 3 Bold</vt:lpstr>
      <vt:lpstr>Source Sans 3</vt:lpstr>
      <vt:lpstr>Twemoji Mozilla</vt:lpstr>
      <vt:lpstr>Open Sans</vt:lpstr>
      <vt:lpstr>MuseoModerno Light</vt:lpstr>
      <vt:lpstr>Arial</vt:lpstr>
      <vt:lpstr>Bitter Medium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GIANLUCA CAVANI</cp:lastModifiedBy>
  <cp:revision>8</cp:revision>
  <dcterms:created xsi:type="dcterms:W3CDTF">2026-09-07T20:45:04Z</dcterms:created>
  <dcterms:modified xsi:type="dcterms:W3CDTF">2026-09-08T19:59:21Z</dcterms:modified>
</cp:coreProperties>
</file>