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7" r:id="rId11"/>
    <p:sldId id="271" r:id="rId12"/>
    <p:sldId id="268" r:id="rId13"/>
    <p:sldId id="270" r:id="rId14"/>
  </p:sldIdLst>
  <p:sldSz cx="12192000" cy="6858000"/>
  <p:notesSz cx="6858000" cy="12192000"/>
  <p:embeddedFontLst>
    <p:embeddedFont>
      <p:font typeface="Bitter Medium" panose="020B0604020202020204" charset="0"/>
      <p:regular r:id="rId16"/>
    </p:embeddedFont>
    <p:embeddedFont>
      <p:font typeface="MuseoModerno Medium" panose="020B0604020202020204" charset="0"/>
      <p:regular r:id="rId17"/>
    </p:embeddedFon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Source Sans 3" panose="020B0604020202020204" charset="0"/>
      <p:regular r:id="rId22"/>
    </p:embeddedFont>
    <p:embeddedFont>
      <p:font typeface="Source Sans 3 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B788E-8B80-4776-8146-9265B36569C0}" v="18" dt="2026-09-08T15:06:31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addSld delSld modSld sldOrd">
      <pc:chgData name="GIANLUCA CAVANI" userId="87922040f0d244e1" providerId="LiveId" clId="{D9E828B3-A941-4B93-80FD-F166EA6B65A7}" dt="2026-09-08T18:49:49.170" v="146" actId="1076"/>
      <pc:docMkLst>
        <pc:docMk/>
      </pc:docMkLst>
      <pc:sldChg chg="modSp mod">
        <pc:chgData name="GIANLUCA CAVANI" userId="87922040f0d244e1" providerId="LiveId" clId="{D9E828B3-A941-4B93-80FD-F166EA6B65A7}" dt="2026-09-08T12:17:34.924" v="71" actId="1076"/>
        <pc:sldMkLst>
          <pc:docMk/>
          <pc:sldMk cId="0" sldId="256"/>
        </pc:sldMkLst>
        <pc:picChg chg="mod">
          <ac:chgData name="GIANLUCA CAVANI" userId="87922040f0d244e1" providerId="LiveId" clId="{D9E828B3-A941-4B93-80FD-F166EA6B65A7}" dt="2026-09-08T12:17:34.924" v="71" actId="1076"/>
          <ac:picMkLst>
            <pc:docMk/>
            <pc:sldMk cId="0" sldId="256"/>
            <ac:picMk id="2" creationId="{00000000-0000-0000-0000-000000000000}"/>
          </ac:picMkLst>
        </pc:picChg>
      </pc:sldChg>
      <pc:sldChg chg="delSp modSp mod">
        <pc:chgData name="GIANLUCA CAVANI" userId="87922040f0d244e1" providerId="LiveId" clId="{D9E828B3-A941-4B93-80FD-F166EA6B65A7}" dt="2026-09-08T18:49:49.170" v="146" actId="1076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9-08T18:49:49.170" v="146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9:41.483" v="145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9:28.349" v="143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8:25.215" v="135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8:16.309" v="134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9:35.093" v="144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9:21.650" v="142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8:37.395" v="137" actId="1076"/>
          <ac:spMkLst>
            <pc:docMk/>
            <pc:sldMk cId="0" sldId="257"/>
            <ac:spMk id="10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8:47:43.516" v="130" actId="21"/>
          <ac:spMkLst>
            <pc:docMk/>
            <pc:sldMk cId="0" sldId="257"/>
            <ac:spMk id="11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8:47:49.784" v="131" actId="21"/>
          <ac:spMkLst>
            <pc:docMk/>
            <pc:sldMk cId="0" sldId="257"/>
            <ac:spMk id="12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8:47:54.554" v="132" actId="21"/>
          <ac:spMkLst>
            <pc:docMk/>
            <pc:sldMk cId="0" sldId="257"/>
            <ac:spMk id="13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2:58:16.012" v="5" actId="108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9-07T22:58:02.164" v="3" actId="2711"/>
          <ac:spMkLst>
            <pc:docMk/>
            <pc:sldMk cId="0" sldId="258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09.039" v="4" actId="10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16.012" v="5" actId="108"/>
          <ac:spMkLst>
            <pc:docMk/>
            <pc:sldMk cId="0" sldId="258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8T15:06:27.858" v="114" actId="1076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9-08T15:06:27.858" v="114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3:02:08.698" v="18" actId="20577"/>
          <ac:spMkLst>
            <pc:docMk/>
            <pc:sldMk cId="0" sldId="259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8T15:18:36.071" v="129" actId="1076"/>
        <pc:sldMkLst>
          <pc:docMk/>
          <pc:sldMk cId="0" sldId="261"/>
        </pc:sldMkLst>
        <pc:spChg chg="mod">
          <ac:chgData name="GIANLUCA CAVANI" userId="87922040f0d244e1" providerId="LiveId" clId="{D9E828B3-A941-4B93-80FD-F166EA6B65A7}" dt="2026-09-08T13:20:58.616" v="82"/>
          <ac:spMkLst>
            <pc:docMk/>
            <pc:sldMk cId="0" sldId="261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3.384" v="83"/>
          <ac:spMkLst>
            <pc:docMk/>
            <pc:sldMk cId="0" sldId="261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9.609" v="84"/>
          <ac:spMkLst>
            <pc:docMk/>
            <pc:sldMk cId="0" sldId="261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14.613" v="8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1.165" v="88"/>
          <ac:spMkLst>
            <pc:docMk/>
            <pc:sldMk cId="0" sldId="261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5.141" v="89"/>
          <ac:spMkLst>
            <pc:docMk/>
            <pc:sldMk cId="0" sldId="261"/>
            <ac:spMk id="13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0.254" v="90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4.949" v="91"/>
          <ac:spMkLst>
            <pc:docMk/>
            <pc:sldMk cId="0" sldId="261"/>
            <ac:spMk id="1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08:28.489" v="124" actId="1076"/>
          <ac:spMkLst>
            <pc:docMk/>
            <pc:sldMk cId="0" sldId="261"/>
            <ac:spMk id="18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08:31.346" v="125" actId="1076"/>
          <ac:spMkLst>
            <pc:docMk/>
            <pc:sldMk cId="0" sldId="261"/>
            <ac:spMk id="1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18:36.071" v="129" actId="1076"/>
          <ac:spMkLst>
            <pc:docMk/>
            <pc:sldMk cId="0" sldId="261"/>
            <ac:spMk id="21" creationId="{A21472C9-361B-D20B-6ED0-5A7B43C7B475}"/>
          </ac:spMkLst>
        </pc:spChg>
        <pc:picChg chg="mod">
          <ac:chgData name="GIANLUCA CAVANI" userId="87922040f0d244e1" providerId="LiveId" clId="{D9E828B3-A941-4B93-80FD-F166EA6B65A7}" dt="2026-09-08T13:19:30.495" v="73" actId="1076"/>
          <ac:picMkLst>
            <pc:docMk/>
            <pc:sldMk cId="0" sldId="261"/>
            <ac:picMk id="5" creationId="{00000000-0000-0000-0000-000000000000}"/>
          </ac:picMkLst>
        </pc:picChg>
        <pc:picChg chg="mod">
          <ac:chgData name="GIANLUCA CAVANI" userId="87922040f0d244e1" providerId="LiveId" clId="{D9E828B3-A941-4B93-80FD-F166EA6B65A7}" dt="2026-09-08T15:08:55.852" v="128" actId="14100"/>
          <ac:picMkLst>
            <pc:docMk/>
            <pc:sldMk cId="0" sldId="261"/>
            <ac:picMk id="17" creationId="{00000000-0000-0000-0000-000000000000}"/>
          </ac:picMkLst>
        </pc:picChg>
      </pc:sldChg>
      <pc:sldChg chg="modSp mod">
        <pc:chgData name="GIANLUCA CAVANI" userId="87922040f0d244e1" providerId="LiveId" clId="{D9E828B3-A941-4B93-80FD-F166EA6B65A7}" dt="2026-09-08T13:31:58.413" v="109" actId="113"/>
        <pc:sldMkLst>
          <pc:docMk/>
          <pc:sldMk cId="0" sldId="262"/>
        </pc:sldMkLst>
        <pc:spChg chg="mod">
          <ac:chgData name="GIANLUCA CAVANI" userId="87922040f0d244e1" providerId="LiveId" clId="{D9E828B3-A941-4B93-80FD-F166EA6B65A7}" dt="2026-09-08T13:31:58.413" v="109" actId="113"/>
          <ac:spMkLst>
            <pc:docMk/>
            <pc:sldMk cId="0" sldId="262"/>
            <ac:spMk id="3" creationId="{00000000-0000-0000-0000-000000000000}"/>
          </ac:spMkLst>
        </pc:spChg>
        <pc:picChg chg="mod">
          <ac:chgData name="GIANLUCA CAVANI" userId="87922040f0d244e1" providerId="LiveId" clId="{D9E828B3-A941-4B93-80FD-F166EA6B65A7}" dt="2026-09-07T23:02:55.330" v="22" actId="1076"/>
          <ac:picMkLst>
            <pc:docMk/>
            <pc:sldMk cId="0" sldId="262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9-08T12:15:20.028" v="60" actId="22"/>
        <pc:sldMkLst>
          <pc:docMk/>
          <pc:sldMk cId="0" sldId="263"/>
        </pc:sldMkLst>
        <pc:spChg chg="add">
          <ac:chgData name="GIANLUCA CAVANI" userId="87922040f0d244e1" providerId="LiveId" clId="{D9E828B3-A941-4B93-80FD-F166EA6B65A7}" dt="2026-09-08T12:15:20.028" v="60" actId="22"/>
          <ac:spMkLst>
            <pc:docMk/>
            <pc:sldMk cId="0" sldId="263"/>
            <ac:spMk id="4" creationId="{577826C6-BB0D-09A7-E574-DC0813B84765}"/>
          </ac:spMkLst>
        </pc:spChg>
        <pc:spChg chg="del mod">
          <ac:chgData name="GIANLUCA CAVANI" userId="87922040f0d244e1" providerId="LiveId" clId="{D9E828B3-A941-4B93-80FD-F166EA6B65A7}" dt="2026-09-08T12:15:17.219" v="59" actId="478"/>
          <ac:spMkLst>
            <pc:docMk/>
            <pc:sldMk cId="0" sldId="263"/>
            <ac:spMk id="8" creationId="{755F6FEE-8057-65F7-6010-A445B4795AED}"/>
          </ac:spMkLst>
        </pc:spChg>
      </pc:sldChg>
      <pc:sldChg chg="addSp delSp modSp mod">
        <pc:chgData name="GIANLUCA CAVANI" userId="87922040f0d244e1" providerId="LiveId" clId="{D9E828B3-A941-4B93-80FD-F166EA6B65A7}" dt="2026-09-08T15:05:54.233" v="112" actId="20577"/>
        <pc:sldMkLst>
          <pc:docMk/>
          <pc:sldMk cId="0" sldId="266"/>
        </pc:sldMkLst>
        <pc:spChg chg="mod">
          <ac:chgData name="GIANLUCA CAVANI" userId="87922040f0d244e1" providerId="LiveId" clId="{D9E828B3-A941-4B93-80FD-F166EA6B65A7}" dt="2026-09-08T15:05:54.233" v="112" actId="20577"/>
          <ac:spMkLst>
            <pc:docMk/>
            <pc:sldMk cId="0" sldId="266"/>
            <ac:spMk id="9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2:12:44.085" v="40" actId="478"/>
          <ac:spMkLst>
            <pc:docMk/>
            <pc:sldMk cId="0" sldId="266"/>
            <ac:spMk id="17" creationId="{4C450058-7DEF-7A71-7A12-E1C2D5356F94}"/>
          </ac:spMkLst>
        </pc:spChg>
        <pc:spChg chg="add del mod">
          <ac:chgData name="GIANLUCA CAVANI" userId="87922040f0d244e1" providerId="LiveId" clId="{D9E828B3-A941-4B93-80FD-F166EA6B65A7}" dt="2026-09-08T12:15:09.229" v="57" actId="478"/>
          <ac:spMkLst>
            <pc:docMk/>
            <pc:sldMk cId="0" sldId="266"/>
            <ac:spMk id="18" creationId="{1830D42B-5D63-F3F2-C3DA-EC807E33615C}"/>
          </ac:spMkLst>
        </pc:spChg>
        <pc:spChg chg="add">
          <ac:chgData name="GIANLUCA CAVANI" userId="87922040f0d244e1" providerId="LiveId" clId="{D9E828B3-A941-4B93-80FD-F166EA6B65A7}" dt="2026-09-08T12:15:10.469" v="58" actId="22"/>
          <ac:spMkLst>
            <pc:docMk/>
            <pc:sldMk cId="0" sldId="266"/>
            <ac:spMk id="20" creationId="{A04CE64D-4AC6-4703-A031-ED530A1FAB1A}"/>
          </ac:spMkLst>
        </pc:spChg>
      </pc:sldChg>
      <pc:sldChg chg="addSp delSp mod">
        <pc:chgData name="GIANLUCA CAVANI" userId="87922040f0d244e1" providerId="LiveId" clId="{D9E828B3-A941-4B93-80FD-F166EA6B65A7}" dt="2026-09-08T12:15:27.872" v="62" actId="22"/>
        <pc:sldMkLst>
          <pc:docMk/>
          <pc:sldMk cId="0" sldId="267"/>
        </pc:sldMkLst>
        <pc:spChg chg="del">
          <ac:chgData name="GIANLUCA CAVANI" userId="87922040f0d244e1" providerId="LiveId" clId="{D9E828B3-A941-4B93-80FD-F166EA6B65A7}" dt="2026-09-08T12:15:26.460" v="61" actId="478"/>
          <ac:spMkLst>
            <pc:docMk/>
            <pc:sldMk cId="0" sldId="267"/>
            <ac:spMk id="19" creationId="{251BF78C-2940-02B3-6200-64E64F7E52AB}"/>
          </ac:spMkLst>
        </pc:spChg>
        <pc:spChg chg="add">
          <ac:chgData name="GIANLUCA CAVANI" userId="87922040f0d244e1" providerId="LiveId" clId="{D9E828B3-A941-4B93-80FD-F166EA6B65A7}" dt="2026-09-08T12:15:27.872" v="62" actId="22"/>
          <ac:spMkLst>
            <pc:docMk/>
            <pc:sldMk cId="0" sldId="267"/>
            <ac:spMk id="20" creationId="{4C7F2062-4182-2305-6743-D55548778DE3}"/>
          </ac:spMkLst>
        </pc:spChg>
      </pc:sldChg>
      <pc:sldChg chg="addSp delSp modSp mod">
        <pc:chgData name="GIANLUCA CAVANI" userId="87922040f0d244e1" providerId="LiveId" clId="{D9E828B3-A941-4B93-80FD-F166EA6B65A7}" dt="2026-09-08T12:16:59.541" v="67" actId="14100"/>
        <pc:sldMkLst>
          <pc:docMk/>
          <pc:sldMk cId="0" sldId="268"/>
        </pc:sldMkLst>
        <pc:spChg chg="add mod">
          <ac:chgData name="GIANLUCA CAVANI" userId="87922040f0d244e1" providerId="LiveId" clId="{D9E828B3-A941-4B93-80FD-F166EA6B65A7}" dt="2026-09-08T12:16:59.541" v="67" actId="14100"/>
          <ac:spMkLst>
            <pc:docMk/>
            <pc:sldMk cId="0" sldId="268"/>
            <ac:spMk id="26" creationId="{4AE20AE1-D635-9C2C-3E17-A11A3FA29751}"/>
          </ac:spMkLst>
        </pc:spChg>
        <pc:spChg chg="del mod">
          <ac:chgData name="GIANLUCA CAVANI" userId="87922040f0d244e1" providerId="LiveId" clId="{D9E828B3-A941-4B93-80FD-F166EA6B65A7}" dt="2026-09-08T12:16:55.463" v="65" actId="478"/>
          <ac:spMkLst>
            <pc:docMk/>
            <pc:sldMk cId="0" sldId="268"/>
            <ac:spMk id="27" creationId="{DA64EAF0-2E2D-572A-65B8-1C36800F7082}"/>
          </ac:spMkLst>
        </pc:spChg>
        <pc:picChg chg="del">
          <ac:chgData name="GIANLUCA CAVANI" userId="87922040f0d244e1" providerId="LiveId" clId="{D9E828B3-A941-4B93-80FD-F166EA6B65A7}" dt="2026-09-07T23:07:24.012" v="24" actId="21"/>
          <ac:picMkLst>
            <pc:docMk/>
            <pc:sldMk cId="0" sldId="268"/>
            <ac:picMk id="3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7T23:08:05.990" v="35" actId="1076"/>
          <ac:picMkLst>
            <pc:docMk/>
            <pc:sldMk cId="0" sldId="268"/>
            <ac:picMk id="28" creationId="{799AB428-EDC6-A39E-9CB9-7595C27F8449}"/>
          </ac:picMkLst>
        </pc:picChg>
      </pc:sldChg>
      <pc:sldChg chg="addSp delSp modSp mod">
        <pc:chgData name="GIANLUCA CAVANI" userId="87922040f0d244e1" providerId="LiveId" clId="{D9E828B3-A941-4B93-80FD-F166EA6B65A7}" dt="2026-09-08T12:17:06.748" v="69" actId="22"/>
        <pc:sldMkLst>
          <pc:docMk/>
          <pc:sldMk cId="0" sldId="270"/>
        </pc:sldMkLst>
        <pc:spChg chg="del">
          <ac:chgData name="GIANLUCA CAVANI" userId="87922040f0d244e1" providerId="LiveId" clId="{D9E828B3-A941-4B93-80FD-F166EA6B65A7}" dt="2026-09-08T12:13:52.599" v="45" actId="478"/>
          <ac:spMkLst>
            <pc:docMk/>
            <pc:sldMk cId="0" sldId="270"/>
            <ac:spMk id="20" creationId="{C8EB2CC5-052E-61C8-08AD-4DA21E17D649}"/>
          </ac:spMkLst>
        </pc:spChg>
        <pc:spChg chg="add del mod">
          <ac:chgData name="GIANLUCA CAVANI" userId="87922040f0d244e1" providerId="LiveId" clId="{D9E828B3-A941-4B93-80FD-F166EA6B65A7}" dt="2026-09-08T12:17:05.759" v="68" actId="478"/>
          <ac:spMkLst>
            <pc:docMk/>
            <pc:sldMk cId="0" sldId="270"/>
            <ac:spMk id="21" creationId="{6434A974-E300-3B3D-DDB4-786AD468DAE5}"/>
          </ac:spMkLst>
        </pc:spChg>
        <pc:spChg chg="add">
          <ac:chgData name="GIANLUCA CAVANI" userId="87922040f0d244e1" providerId="LiveId" clId="{D9E828B3-A941-4B93-80FD-F166EA6B65A7}" dt="2026-09-08T12:17:06.748" v="69" actId="22"/>
          <ac:spMkLst>
            <pc:docMk/>
            <pc:sldMk cId="0" sldId="270"/>
            <ac:spMk id="23" creationId="{E352E022-A85A-4A38-797C-3370EF5A386A}"/>
          </ac:spMkLst>
        </pc:spChg>
      </pc:sldChg>
      <pc:sldChg chg="addSp delSp modSp mod">
        <pc:chgData name="GIANLUCA CAVANI" userId="87922040f0d244e1" providerId="LiveId" clId="{D9E828B3-A941-4B93-80FD-F166EA6B65A7}" dt="2026-09-08T12:15:37.336" v="64" actId="22"/>
        <pc:sldMkLst>
          <pc:docMk/>
          <pc:sldMk cId="0" sldId="271"/>
        </pc:sldMkLst>
        <pc:spChg chg="mod">
          <ac:chgData name="GIANLUCA CAVANI" userId="87922040f0d244e1" providerId="LiveId" clId="{D9E828B3-A941-4B93-80FD-F166EA6B65A7}" dt="2026-09-07T22:59:40.332" v="7" actId="108"/>
          <ac:spMkLst>
            <pc:docMk/>
            <pc:sldMk cId="0" sldId="271"/>
            <ac:spMk id="6" creationId="{A8F90596-EF63-D761-4361-1785F375564E}"/>
          </ac:spMkLst>
        </pc:spChg>
        <pc:spChg chg="add">
          <ac:chgData name="GIANLUCA CAVANI" userId="87922040f0d244e1" providerId="LiveId" clId="{D9E828B3-A941-4B93-80FD-F166EA6B65A7}" dt="2026-09-08T12:15:37.336" v="64" actId="22"/>
          <ac:spMkLst>
            <pc:docMk/>
            <pc:sldMk cId="0" sldId="271"/>
            <ac:spMk id="7" creationId="{D329EBE4-F62C-6705-87F8-E627DD3474F0}"/>
          </ac:spMkLst>
        </pc:spChg>
        <pc:spChg chg="del">
          <ac:chgData name="GIANLUCA CAVANI" userId="87922040f0d244e1" providerId="LiveId" clId="{D9E828B3-A941-4B93-80FD-F166EA6B65A7}" dt="2026-09-08T12:15:36.431" v="63" actId="478"/>
          <ac:spMkLst>
            <pc:docMk/>
            <pc:sldMk cId="0" sldId="271"/>
            <ac:spMk id="11" creationId="{EB698D01-92F7-ABBE-28EE-A42260AB28EA}"/>
          </ac:spMkLst>
        </pc:spChg>
      </pc:sldChg>
      <pc:sldChg chg="addSp modSp new del mod ord">
        <pc:chgData name="GIANLUCA CAVANI" userId="87922040f0d244e1" providerId="LiveId" clId="{D9E828B3-A941-4B93-80FD-F166EA6B65A7}" dt="2026-09-08T13:23:44.044" v="105" actId="2696"/>
        <pc:sldMkLst>
          <pc:docMk/>
          <pc:sldMk cId="1470892683" sldId="272"/>
        </pc:sldMkLst>
        <pc:spChg chg="add mod">
          <ac:chgData name="GIANLUCA CAVANI" userId="87922040f0d244e1" providerId="LiveId" clId="{D9E828B3-A941-4B93-80FD-F166EA6B65A7}" dt="2026-09-08T13:20:27.291" v="76" actId="1076"/>
          <ac:spMkLst>
            <pc:docMk/>
            <pc:sldMk cId="1470892683" sldId="272"/>
            <ac:spMk id="3" creationId="{3C5E50C4-389F-C8E3-2291-95E866C31938}"/>
          </ac:spMkLst>
        </pc:spChg>
        <pc:spChg chg="add">
          <ac:chgData name="GIANLUCA CAVANI" userId="87922040f0d244e1" providerId="LiveId" clId="{D9E828B3-A941-4B93-80FD-F166EA6B65A7}" dt="2026-09-08T13:20:49.046" v="79" actId="22"/>
          <ac:spMkLst>
            <pc:docMk/>
            <pc:sldMk cId="1470892683" sldId="272"/>
            <ac:spMk id="5" creationId="{F113F248-3155-FCC4-3F7A-6714910318E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6288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0738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078E187D-CA6D-A03E-E2B5-91A7EAC2C7E7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43959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31370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Trasformare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spazi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universitari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ambienti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intelligenti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ottimizzati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lo studio.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5D75CFF8-B058-BC8A-B3A1-40944A9E517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-1191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803014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Problema: Studiare Senza Informazioni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429532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A molti studenti capita di entrare in un’aula e trovarla troppo rumorosa, calda o poco adatta allo studio. Spesso la scelta dell’aula avviene casualmente, senza sapere in anticipo quale sia lo spazio migliore per concentrarsi.</a:t>
            </a:r>
          </a:p>
        </p:txBody>
      </p:sp>
      <p:sp>
        <p:nvSpPr>
          <p:cNvPr id="5" name="Shape 2"/>
          <p:cNvSpPr/>
          <p:nvPr/>
        </p:nvSpPr>
        <p:spPr>
          <a:xfrm>
            <a:off x="661474" y="3930873"/>
            <a:ext cx="3053877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50479" y="4286547"/>
            <a:ext cx="2675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⏱️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Tempo Perso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0" y="4690306"/>
            <a:ext cx="2675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Cercare un'aula adatta distrae e interrompe il ritmo di studio.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6" y="3930873"/>
            <a:ext cx="3053976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9" name="Text 6"/>
          <p:cNvSpPr/>
          <p:nvPr/>
        </p:nvSpPr>
        <p:spPr>
          <a:xfrm>
            <a:off x="4093366" y="4286547"/>
            <a:ext cx="267596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🎲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7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Scelta Inconsapevole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093366" y="4688611"/>
            <a:ext cx="26759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dati oggettivi, si sceglie per comodità o fortuna.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5120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La Soluzione: Smart Study Rooms</a:t>
            </a:r>
            <a:endParaRPr lang="en-US" sz="3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070" y="1505545"/>
            <a:ext cx="5888287" cy="33367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2392660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Come Funziona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987207" y="2780209"/>
            <a:ext cx="3549264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Smart Study Rooms è un servizio modulare che trasforma ogni aula in uno spazio "smart". Tramite un piccolo kit di monitoraggio, i parametri ambientali vengono raccolti e comunicati in tempo reale agli studenti tramite app.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1475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  <a:cs typeface="MuseoModerno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661475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Apri </a:t>
            </a:r>
            <a:r>
              <a:rPr lang="en-US" sz="155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l'app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Confronti le aule disponibili in tempo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329897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02</a:t>
            </a:r>
          </a:p>
        </p:txBody>
      </p:sp>
      <p:sp>
        <p:nvSpPr>
          <p:cNvPr id="11" name="Shape 8"/>
          <p:cNvSpPr/>
          <p:nvPr/>
        </p:nvSpPr>
        <p:spPr>
          <a:xfrm>
            <a:off x="4329897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329897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sistema suggerisce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329897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L'ambiente più adatto alle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98319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03</a:t>
            </a:r>
          </a:p>
        </p:txBody>
      </p:sp>
      <p:sp>
        <p:nvSpPr>
          <p:cNvPr id="15" name="Shape 12"/>
          <p:cNvSpPr/>
          <p:nvPr/>
        </p:nvSpPr>
        <p:spPr>
          <a:xfrm>
            <a:off x="7998319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7998319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Studi in condizioni ottimali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998319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perdere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tempo.</a:t>
            </a:r>
            <a:endParaRPr lang="en-US" sz="12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CED2EF7C-6657-1934-F547-ED9D5D4B989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2122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Valore e Scalabilità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63899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lo Studente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Risparmia tempo, migliora la concentrazione e trova sempre lo spazio ideale per il proprio stile di studio.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463899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l'Ateneo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Consapevolezza sulla qualità degli ambienti, ottimizzazione degli spazi e dati utili per la gestione.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463899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Scalabile e Versatile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Dalle aule universitarie a biblioteche, campus, scuole e coworking. Partendo da poche stanze fino all'intero edificio.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661475" y="4606727"/>
            <a:ext cx="10868745" cy="755948"/>
          </a:xfrm>
          <a:prstGeom prst="roundRect">
            <a:avLst>
              <a:gd name="adj" fmla="val 3751"/>
            </a:avLst>
          </a:prstGeom>
          <a:solidFill>
            <a:srgbClr val="DB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1039489" y="4842966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La differenza chiave: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Study Rooms non mostra solo numeri ma trasforma i dati in una decisione chiara e immediata.</a:t>
            </a:r>
            <a:endParaRPr lang="en-US" sz="14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6BDE3F8-4B97-6EA4-B5E8-5A8A7FB4963C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2870895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745012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 prototipo alla visione finale: come è strutturato Smart Study Rooms a livello tecnico.</a:t>
            </a:r>
            <a:endParaRPr lang="en-US" sz="1600" dirty="0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8EFA9C-509F-0DC6-8C5B-0018EEFF0D7A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01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a Cinque Livelli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24545"/>
            <a:ext cx="3534679" cy="35347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35732" y="2392829"/>
            <a:ext cx="5284556" cy="8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sistema è progettato come un'architettura IoT modulare, organizzata in livelli indipendenti. Ogni livello ha un ruolo preciso e può essere aggiornato senza impattare gli altri.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39084"/>
            <a:ext cx="2657309" cy="8351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7803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🔵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Fisico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7803" y="5114429"/>
            <a:ext cx="2335452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temperatura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umidità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rumore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LED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attuatori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54" y="4739084"/>
            <a:ext cx="2657409" cy="8351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84882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⚙️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Embedded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584882" y="5114429"/>
            <a:ext cx="2335551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Arduino UNO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legge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produce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5732" y="4739084"/>
            <a:ext cx="2657309" cy="8351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22061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Bridge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322061" y="5114429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valida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timestampa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invia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cloud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72812" y="4739084"/>
            <a:ext cx="2657409" cy="83512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59140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Cloud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9059140" y="5114429"/>
            <a:ext cx="23355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sincronizza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5775" y="5728960"/>
            <a:ext cx="2883910" cy="85836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4778644" y="5882151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📱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Applicativo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4778644" y="6128709"/>
            <a:ext cx="2026027" cy="380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Android app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mostra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tempo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riceve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notifiche</a:t>
            </a:r>
            <a:endParaRPr lang="en-US" sz="950" dirty="0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A21472C9-361B-D20B-6ED0-5A7B43C7B475}"/>
              </a:ext>
            </a:extLst>
          </p:cNvPr>
          <p:cNvSpPr/>
          <p:nvPr/>
        </p:nvSpPr>
        <p:spPr>
          <a:xfrm>
            <a:off x="10294822" y="6342348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891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Flusso dei Dati e Struttura Firebase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73287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rappresenta il </a:t>
            </a:r>
            <a:r>
              <a:rPr lang="en-US" sz="1400" dirty="0">
                <a:solidFill>
                  <a:srgbClr val="2B4150"/>
                </a:solidFill>
                <a:latin typeface="Source Sans 3" panose="020B0604020202020204" charset="0"/>
                <a:ea typeface="Source Sans 3 Bold" pitchFamily="34" charset="-122"/>
                <a:cs typeface="Source Sans 3 Bold" pitchFamily="34" charset="-120"/>
              </a:rPr>
              <a:t>digital twin cloud</a:t>
            </a:r>
            <a:r>
              <a:rPr lang="en-US" sz="1400" dirty="0">
                <a:solidFill>
                  <a:srgbClr val="2B4150"/>
                </a:solidFill>
                <a:latin typeface="Source Sans 3" panose="020B060402020202020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delle aule: non solo dati grezzi, ma lo stato digitale completo dell'intero sistema.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991" y="1676844"/>
            <a:ext cx="5125046" cy="51251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86640" y="2251273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456895" y="2421533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rooms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56895" y="2778720"/>
            <a:ext cx="2223933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corrente letto in tempo reale dall'app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972028" y="2251273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142283" y="2421533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history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2283" y="2778720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Serie temporale con timestamp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6640" y="3505299"/>
            <a:ext cx="2564443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456895" y="3675559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predictions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56895" y="403274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Score futuro stimato via 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72028" y="3505299"/>
            <a:ext cx="2564542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2283" y="3675559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recommendation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142283" y="4032746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Aula migliore per l'utente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86640" y="4541639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6456895" y="4711898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actuators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56895" y="506908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LED bestRoomLed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972028" y="4541639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2283" y="4711898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settings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9142283" y="5069086"/>
            <a:ext cx="222403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Preferenza: balanced, quiet, comfort</a:t>
            </a:r>
            <a:endParaRPr lang="en-US" sz="1150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82C5826-563E-41C1-BA2C-70895A7E2C98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Roadmap: Cosa </a:t>
            </a:r>
            <a:r>
              <a:rPr lang="en-US" sz="3400" dirty="0" err="1">
                <a:solidFill>
                  <a:srgbClr val="124E73"/>
                </a:solidFill>
                <a:latin typeface="MuseoModerno Medium" pitchFamily="34" charset="0"/>
              </a:rPr>
              <a:t>Viene</a:t>
            </a: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 Dopo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Smart Study Rooms è già un buon prototipo e ha tutte le carte in regola per diventare un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prodotto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completo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ateway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Dedicato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Raspberry Pi sempre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acceso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,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indipendente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dal PC.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Cloud &amp; FCM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Notifiche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push via Firebase Cloud Messaging.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Meccanismo di Raffreddamento e Riscaldamento</a:t>
            </a:r>
            <a:endParaRPr lang="en-US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  <a:spcAft>
                <a:spcPts val="850"/>
              </a:spcAft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Sostituzione dei led utilizzati con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condizionatori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reali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AI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Avanzata</a:t>
            </a:r>
            <a:endParaRPr lang="en-US" sz="2000" b="1" kern="0" spc="-56" dirty="0">
              <a:solidFill>
                <a:srgbClr val="2B2E3C"/>
              </a:solidFill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Predizioni di occupazione, qualità dell'aria (CO2) 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suggerimenti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automatici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A04CE64D-4AC6-4703-A031-ED530A1FAB1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3022104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Prototipo in Dettaglio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89622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Come i componenti collaborano durante il funzionamento reale del sistema.</a:t>
            </a:r>
            <a:endParaRPr lang="en-US" sz="16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77826C6-BB0D-09A7-E574-DC0813B84765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676" y="1005384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Pin </a:t>
            </a:r>
            <a:r>
              <a:rPr lang="en-US" sz="1600" dirty="0" err="1">
                <a:solidFill>
                  <a:srgbClr val="124E73"/>
                </a:solidFill>
                <a:latin typeface="MuseoModerno Medium" pitchFamily="34" charset="0"/>
              </a:rPr>
              <a:t>utilizzati</a:t>
            </a:r>
            <a:r>
              <a:rPr lang="en-US" sz="1600" kern="0" spc="-30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sz="16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64762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DHT22 = 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verde = 12;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rosso = 13</a:t>
            </a:r>
          </a:p>
        </p:txBody>
      </p:sp>
      <p:sp>
        <p:nvSpPr>
          <p:cNvPr id="7" name="Text 4"/>
          <p:cNvSpPr/>
          <p:nvPr/>
        </p:nvSpPr>
        <p:spPr>
          <a:xfrm>
            <a:off x="7099322" y="1786731"/>
            <a:ext cx="4666580" cy="546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I Nodi IoT </a:t>
            </a:r>
            <a:r>
              <a:rPr lang="en-US" sz="3200" dirty="0" err="1">
                <a:solidFill>
                  <a:srgbClr val="124E73"/>
                </a:solidFill>
                <a:latin typeface="MuseoModerno Medium" pitchFamily="34" charset="0"/>
              </a:rPr>
              <a:t>nelle</a:t>
            </a: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 Aule</a:t>
            </a:r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Ogni aula è equipaggiata con un nodo autonomo basato su Arduino UNO, collegato via USB al PC, e i suoi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relativi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sensori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DHT22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Temperatura e umidità con precisione ±0.5°C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KY-037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Rilevazione del rumore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ambientale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analogico</a:t>
            </a:r>
            <a:endParaRPr lang="en-US" sz="15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Comunicazione Seriale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Dati JSON a 115200 baud ogni 10 secondi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4C7F2062-4182-2305-6743-D55548778DE3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793" y="612984"/>
            <a:ext cx="7266260" cy="31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R="0" lvl="0" indent="0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</a:rPr>
              <a:t>Bridge e script Python</a:t>
            </a:r>
          </a:p>
        </p:txBody>
      </p:sp>
      <p:sp>
        <p:nvSpPr>
          <p:cNvPr id="3" name="Text 1"/>
          <p:cNvSpPr/>
          <p:nvPr/>
        </p:nvSpPr>
        <p:spPr>
          <a:xfrm>
            <a:off x="655430" y="786823"/>
            <a:ext cx="10868745" cy="494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ource Sans 3" panose="020B06040202020202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2793" y="2451813"/>
            <a:ext cx="1877805" cy="2210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il bridge:</a:t>
            </a:r>
          </a:p>
        </p:txBody>
      </p:sp>
      <p:sp>
        <p:nvSpPr>
          <p:cNvPr id="21" name="Text 19"/>
          <p:cNvSpPr/>
          <p:nvPr/>
        </p:nvSpPr>
        <p:spPr>
          <a:xfrm>
            <a:off x="5904986" y="2455078"/>
            <a:ext cx="3396109" cy="302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lo script</a:t>
            </a:r>
            <a:r>
              <a:rPr lang="it-IT" sz="1600" dirty="0">
                <a:solidFill>
                  <a:srgbClr val="124E73"/>
                </a:solidFill>
                <a:latin typeface="MuseoModerno Medium" pitchFamily="34" charset="0"/>
              </a:rPr>
              <a:t>:</a:t>
            </a:r>
            <a:endParaRPr lang="en-US" sz="1600" dirty="0">
              <a:solidFill>
                <a:srgbClr val="124E73"/>
              </a:solidFill>
              <a:latin typeface="MuseoModerno Medium" pitchFamily="34" charset="0"/>
            </a:endParaRPr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81" y="4598558"/>
            <a:ext cx="3966463" cy="15550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2430598" y="459725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Arduino → Python</a:t>
            </a:r>
          </a:p>
        </p:txBody>
      </p:sp>
      <p:sp>
        <p:nvSpPr>
          <p:cNvPr id="37" name="Text 34"/>
          <p:cNvSpPr/>
          <p:nvPr/>
        </p:nvSpPr>
        <p:spPr>
          <a:xfrm>
            <a:off x="6923861" y="5847888"/>
            <a:ext cx="3330482" cy="488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Script Python → Bridge Server</a:t>
            </a:r>
          </a:p>
        </p:txBody>
      </p:sp>
      <p:sp>
        <p:nvSpPr>
          <p:cNvPr id="38" name="Text 35"/>
          <p:cNvSpPr/>
          <p:nvPr/>
        </p:nvSpPr>
        <p:spPr>
          <a:xfrm>
            <a:off x="6690594" y="4598558"/>
            <a:ext cx="3330481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R="0" lvl="0" indent="0" algn="r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Bridge Server → Script Python</a:t>
            </a:r>
          </a:p>
        </p:txBody>
      </p:sp>
      <p:sp>
        <p:nvSpPr>
          <p:cNvPr id="39" name="Text 36"/>
          <p:cNvSpPr/>
          <p:nvPr/>
        </p:nvSpPr>
        <p:spPr>
          <a:xfrm>
            <a:off x="2430598" y="583399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>
              <a:lnSpc>
                <a:spcPct val="104000"/>
              </a:lnSpc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Python → Arduino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3A4E756-3C0C-B134-108F-CA40587F5E47}"/>
              </a:ext>
            </a:extLst>
          </p:cNvPr>
          <p:cNvSpPr txBox="1"/>
          <p:nvPr/>
        </p:nvSpPr>
        <p:spPr>
          <a:xfrm>
            <a:off x="458955" y="2822615"/>
            <a:ext cx="42156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Impedisce ai nodi di comunicare direttamente con Firebase, garantendo sicurezza e supportando future integrazioni AI.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3ACB3DB-AA8C-F396-3B03-85200EBFDFF4}"/>
              </a:ext>
            </a:extLst>
          </p:cNvPr>
          <p:cNvSpPr txBox="1"/>
          <p:nvPr/>
        </p:nvSpPr>
        <p:spPr>
          <a:xfrm>
            <a:off x="5830341" y="2817932"/>
            <a:ext cx="52730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Collega Arduino al Bridge, inviando i dati dei sensori e gestendo il LED tramite comandi seriali, con controllo degli eventuali errori di comunicazione.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F90596-EF63-D761-4361-1785F375564E}"/>
              </a:ext>
            </a:extLst>
          </p:cNvPr>
          <p:cNvSpPr txBox="1"/>
          <p:nvPr/>
        </p:nvSpPr>
        <p:spPr>
          <a:xfrm>
            <a:off x="458955" y="1311022"/>
            <a:ext cx="110973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Il Bridge è il cuore del sistema: raccoglie e valida i dati, aggiorna Firebase, individua la stanza migliore e controlla i LED tramite Arduino.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329EBE4-F62C-6705-87F8-E627DD3474F0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419100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App Android</a:t>
            </a:r>
          </a:p>
        </p:txBody>
      </p:sp>
      <p:sp>
        <p:nvSpPr>
          <p:cNvPr id="5" name="Text 1"/>
          <p:cNvSpPr/>
          <p:nvPr/>
        </p:nvSpPr>
        <p:spPr>
          <a:xfrm>
            <a:off x="5233360" y="958821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Un'app nativa in Java/XML che legge da Firebase e ti guida verso l'aula migliore.</a:t>
            </a:r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Score in Tempo Reale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Calcolato da temperatura, umidità e rumore con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personalizzabili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Notifiche</a:t>
            </a:r>
            <a:r>
              <a:rPr lang="en-US" sz="14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 Intelligenti</a:t>
            </a:r>
            <a:endParaRPr lang="en-US" sz="14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Avviso quando il rumore supera 30 dB, silenziato automaticamente sotto 20 dB</a:t>
            </a:r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Preferenze Utente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3000"/>
              </a:lnSpc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Bilanciata, Priorità Silenzio o Priorità Comfort: i pesi dello score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adattano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Classificazione Aule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Consigliata (≥80), Accettabile (≥60), Poco adatta (≥40), Sconsigliata (&lt;40)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799AB428-EDC6-A39E-9CB9-7595C27F84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086" y="199760"/>
            <a:ext cx="2996465" cy="6251510"/>
          </a:xfrm>
          <a:prstGeom prst="rect">
            <a:avLst/>
          </a:prstGeom>
        </p:spPr>
      </p:pic>
      <p:sp>
        <p:nvSpPr>
          <p:cNvPr id="26" name="Rettangolo 25">
            <a:extLst>
              <a:ext uri="{FF2B5EF4-FFF2-40B4-BE49-F238E27FC236}">
                <a16:creationId xmlns:a16="http://schemas.microsoft.com/office/drawing/2014/main" id="{4AE20AE1-D635-9C2C-3E17-A11A3FA29751}"/>
              </a:ext>
            </a:extLst>
          </p:cNvPr>
          <p:cNvSpPr/>
          <p:nvPr/>
        </p:nvSpPr>
        <p:spPr>
          <a:xfrm>
            <a:off x="10913577" y="6427290"/>
            <a:ext cx="1220585" cy="370061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24E73"/>
                </a:solidFill>
                <a:latin typeface="MuseoModerno Medium" pitchFamily="34" charset="0"/>
              </a:rPr>
              <a:t>Predizioni ML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84990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Il modulo lm/predictor.py trasforma lo storico in intelligenza predittiva usando un </a:t>
            </a:r>
            <a:r>
              <a:rPr lang="en-US" dirty="0" err="1">
                <a:solidFill>
                  <a:srgbClr val="2B4150"/>
                </a:solidFill>
                <a:latin typeface="Source Sans 3" pitchFamily="34" charset="0"/>
              </a:rPr>
              <a:t>RandomForestRegressor</a:t>
            </a: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Input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Legge history/ da Firebase e costruisce un dataset con temperatura, umidità, rumore, ora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giorno</a:t>
            </a:r>
            <a:endParaRPr lang="en-US" sz="16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Target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Predice lo score tra 15 minuti basandosi sulle coppie: situazione attuale - score futuro</a:t>
            </a:r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Output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In predictions/ scrive score previsto, trend (miglioramento/peggioramento) e MAE del modello</a:t>
            </a:r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Con abbastanza storico, il modello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raggiunge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un MAE di circa 6.2 punti sullo score, che è abbastanza preciso per suggerimenti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utili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2B0A44C-ACF1-A0EB-E5DE-3B3FC7DADA72}"/>
              </a:ext>
            </a:extLst>
          </p:cNvPr>
          <p:cNvSpPr/>
          <p:nvPr/>
        </p:nvSpPr>
        <p:spPr>
          <a:xfrm>
            <a:off x="5887616" y="6083559"/>
            <a:ext cx="1828532" cy="475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E352E022-A85A-4A38-797C-3370EF5A386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157</TotalTime>
  <Words>908</Words>
  <Application>Microsoft Office PowerPoint</Application>
  <PresentationFormat>Widescreen</PresentationFormat>
  <Paragraphs>125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3" baseType="lpstr">
      <vt:lpstr>Bitter Medium</vt:lpstr>
      <vt:lpstr>Aptos</vt:lpstr>
      <vt:lpstr>MuseoModerno Medium</vt:lpstr>
      <vt:lpstr>Source Sans 3 Bold</vt:lpstr>
      <vt:lpstr>Source Sans 3</vt:lpstr>
      <vt:lpstr>Twemoji Mozilla</vt:lpstr>
      <vt:lpstr>Arial</vt:lpstr>
      <vt:lpstr>Open Sans</vt:lpstr>
      <vt:lpstr>MuseoModerno Light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GIANLUCA CAVANI</cp:lastModifiedBy>
  <cp:revision>8</cp:revision>
  <dcterms:created xsi:type="dcterms:W3CDTF">2026-09-07T20:45:04Z</dcterms:created>
  <dcterms:modified xsi:type="dcterms:W3CDTF">2026-09-08T18:49:55Z</dcterms:modified>
</cp:coreProperties>
</file>