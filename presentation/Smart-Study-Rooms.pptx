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3" dt="2026-09-08T12:16: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modSld">
      <pc:chgData name="GIANLUCA CAVANI" userId="87922040f0d244e1" providerId="LiveId" clId="{D9E828B3-A941-4B93-80FD-F166EA6B65A7}" dt="2026-09-08T12:17:34.924" v="71" actId="1076"/>
      <pc:docMkLst>
        <pc:docMk/>
      </pc:docMkLst>
      <pc:sldChg chg="modSp mod">
        <pc:chgData name="GIANLUCA CAVANI" userId="87922040f0d244e1" providerId="LiveId" clId="{D9E828B3-A941-4B93-80FD-F166EA6B65A7}" dt="2026-09-08T12:17:34.924" v="71" actId="1076"/>
        <pc:sldMkLst>
          <pc:docMk/>
          <pc:sldMk cId="0" sldId="256"/>
        </pc:sldMkLst>
        <pc:picChg chg="mod">
          <ac:chgData name="GIANLUCA CAVANI" userId="87922040f0d244e1" providerId="LiveId" clId="{D9E828B3-A941-4B93-80FD-F166EA6B65A7}" dt="2026-09-08T12:17:34.924" v="71" actId="107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7T23:01:04.810" v="13" actId="255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7T23:01:04.810" v="13" actId="255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08.698" v="18" actId="20577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55.330" v="22" actId="1076"/>
        <pc:sldMkLst>
          <pc:docMk/>
          <pc:sldMk cId="0" sldId="262"/>
        </pc:sldMkLst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2:15:20.028" v="60" actId="22"/>
        <pc:sldMkLst>
          <pc:docMk/>
          <pc:sldMk cId="0" sldId="263"/>
        </pc:sldMkLst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</pc:sldChg>
      <pc:sldChg chg="addSp delSp modSp mod">
        <pc:chgData name="GIANLUCA CAVANI" userId="87922040f0d244e1" providerId="LiveId" clId="{D9E828B3-A941-4B93-80FD-F166EA6B65A7}" dt="2026-09-08T12:15:10.469" v="58" actId="22"/>
        <pc:sldMkLst>
          <pc:docMk/>
          <pc:sldMk cId="0" sldId="266"/>
        </pc:sldMkLst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">
        <pc:chgData name="GIANLUCA CAVANI" userId="87922040f0d244e1" providerId="LiveId" clId="{D9E828B3-A941-4B93-80FD-F166EA6B65A7}" dt="2026-09-08T12:15:27.872" v="62" actId="22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</pc:sldChg>
      <pc:sldChg chg="addSp delSp modSp mod">
        <pc:chgData name="GIANLUCA CAVANI" userId="87922040f0d244e1" providerId="LiveId" clId="{D9E828B3-A941-4B93-80FD-F166EA6B65A7}" dt="2026-09-08T12:16:59.541" v="67" actId="14100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2:15:37.336" v="64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541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1189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3238798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82" y="3427809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836491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3238798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093366" y="3427809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Scelta Inconsapevole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3366" y="4131766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5114627"/>
            <a:ext cx="6296860" cy="1089124"/>
          </a:xfrm>
          <a:prstGeom prst="roundRect">
            <a:avLst>
              <a:gd name="adj" fmla="val 2603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50482" y="5303639"/>
            <a:ext cx="59188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Spazi Sottoutilizzati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0482" y="5712321"/>
            <a:ext cx="59188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L'università non sa come vengono usati i suoi ambienti.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</a:t>
            </a:r>
            <a:r>
              <a:rPr lang="en-US" sz="1450" dirty="0" err="1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Applicativo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mostra le aule in tempo reale e riceve notifiche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Fisico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 di temperatura, umidità e rumore + LED attuatori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Embedded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legge i sensori e produce dati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Bridge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valida, timestampa e invia al cloud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53980"/>
            <a:ext cx="2657309" cy="67300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7803" y="5789513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Cloud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47803" y="6029325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sincronizza i dati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b="1" dirty="0">
                <a:solidFill>
                  <a:srgbClr val="2B415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cloud per accesso remoto e notifiche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</TotalTime>
  <Words>927</Words>
  <Application>Microsoft Office PowerPoint</Application>
  <PresentationFormat>Widescreen</PresentationFormat>
  <Paragraphs>126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Aptos</vt:lpstr>
      <vt:lpstr>Arial</vt:lpstr>
      <vt:lpstr>MuseoModerno Medium</vt:lpstr>
      <vt:lpstr>Source Sans 3 Bold</vt:lpstr>
      <vt:lpstr>Source Sans 3</vt:lpstr>
      <vt:lpstr>Twemoji Mozilla</vt:lpstr>
      <vt:lpstr>Open Sans</vt:lpstr>
      <vt:lpstr>MuseoModerno Light</vt:lpstr>
      <vt:lpstr>Bitter Medium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2026-09-08T12:17:41Z</dcterms:modified>
</cp:coreProperties>
</file>