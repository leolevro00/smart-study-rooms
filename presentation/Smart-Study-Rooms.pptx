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17" dt="2026-09-08T13:21:53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addSld delSld modSld sldOrd">
      <pc:chgData name="GIANLUCA CAVANI" userId="87922040f0d244e1" providerId="LiveId" clId="{D9E828B3-A941-4B93-80FD-F166EA6B65A7}" dt="2026-09-08T13:31:58.413" v="109" actId="113"/>
      <pc:docMkLst>
        <pc:docMk/>
      </pc:docMkLst>
      <pc:sldChg chg="modSp mod">
        <pc:chgData name="GIANLUCA CAVANI" userId="87922040f0d244e1" providerId="LiveId" clId="{D9E828B3-A941-4B93-80FD-F166EA6B65A7}" dt="2026-09-08T12:17:34.924" v="71" actId="1076"/>
        <pc:sldMkLst>
          <pc:docMk/>
          <pc:sldMk cId="0" sldId="256"/>
        </pc:sldMkLst>
        <pc:picChg chg="mod">
          <ac:chgData name="GIANLUCA CAVANI" userId="87922040f0d244e1" providerId="LiveId" clId="{D9E828B3-A941-4B93-80FD-F166EA6B65A7}" dt="2026-09-08T12:17:34.924" v="71" actId="107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7T23:01:04.810" v="13" actId="255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7T23:01:04.810" v="13" actId="255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08.698" v="18" actId="20577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3:23:02.759" v="104" actId="14100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9-08T13:20:58.616" v="82"/>
          <ac:spMkLst>
            <pc:docMk/>
            <pc:sldMk cId="0" sldId="261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3.384" v="83"/>
          <ac:spMkLst>
            <pc:docMk/>
            <pc:sldMk cId="0" sldId="261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9.609" v="84"/>
          <ac:spMkLst>
            <pc:docMk/>
            <pc:sldMk cId="0" sldId="261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14.613" v="8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1.165" v="88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5.141" v="89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0.254" v="9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4.949" v="91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48.659" v="93"/>
          <ac:spMkLst>
            <pc:docMk/>
            <pc:sldMk cId="0" sldId="261"/>
            <ac:spMk id="1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2:49.395" v="101" actId="20577"/>
          <ac:spMkLst>
            <pc:docMk/>
            <pc:sldMk cId="0" sldId="261"/>
            <ac:spMk id="19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8T13:19:30.495" v="73" actId="1076"/>
          <ac:picMkLst>
            <pc:docMk/>
            <pc:sldMk cId="0" sldId="261"/>
            <ac:picMk id="5" creationId="{00000000-0000-0000-0000-000000000000}"/>
          </ac:picMkLst>
        </pc:picChg>
        <pc:picChg chg="mod">
          <ac:chgData name="GIANLUCA CAVANI" userId="87922040f0d244e1" providerId="LiveId" clId="{D9E828B3-A941-4B93-80FD-F166EA6B65A7}" dt="2026-09-08T13:23:02.759" v="104" actId="14100"/>
          <ac:picMkLst>
            <pc:docMk/>
            <pc:sldMk cId="0" sldId="261"/>
            <ac:picMk id="17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8T13:31:58.413" v="109" actId="113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9-08T13:31:58.413" v="109" actId="113"/>
          <ac:spMkLst>
            <pc:docMk/>
            <pc:sldMk cId="0" sldId="262"/>
            <ac:spMk id="3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2:15:20.028" v="60" actId="22"/>
        <pc:sldMkLst>
          <pc:docMk/>
          <pc:sldMk cId="0" sldId="263"/>
        </pc:sldMkLst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</pc:sldChg>
      <pc:sldChg chg="addSp delSp modSp mod">
        <pc:chgData name="GIANLUCA CAVANI" userId="87922040f0d244e1" providerId="LiveId" clId="{D9E828B3-A941-4B93-80FD-F166EA6B65A7}" dt="2026-09-08T12:15:10.469" v="58" actId="22"/>
        <pc:sldMkLst>
          <pc:docMk/>
          <pc:sldMk cId="0" sldId="266"/>
        </pc:sldMkLst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">
        <pc:chgData name="GIANLUCA CAVANI" userId="87922040f0d244e1" providerId="LiveId" clId="{D9E828B3-A941-4B93-80FD-F166EA6B65A7}" dt="2026-09-08T12:15:27.872" v="62" actId="22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</pc:sldChg>
      <pc:sldChg chg="addSp delSp modSp mod">
        <pc:chgData name="GIANLUCA CAVANI" userId="87922040f0d244e1" providerId="LiveId" clId="{D9E828B3-A941-4B93-80FD-F166EA6B65A7}" dt="2026-09-08T12:16:59.541" v="67" actId="14100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2:15:37.336" v="64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</pc:sldChg>
      <pc:sldChg chg="addSp modSp new del mod ord">
        <pc:chgData name="GIANLUCA CAVANI" userId="87922040f0d244e1" providerId="LiveId" clId="{D9E828B3-A941-4B93-80FD-F166EA6B65A7}" dt="2026-09-08T13:23:44.044" v="105" actId="2696"/>
        <pc:sldMkLst>
          <pc:docMk/>
          <pc:sldMk cId="1470892683" sldId="272"/>
        </pc:sldMkLst>
        <pc:spChg chg="add mod">
          <ac:chgData name="GIANLUCA CAVANI" userId="87922040f0d244e1" providerId="LiveId" clId="{D9E828B3-A941-4B93-80FD-F166EA6B65A7}" dt="2026-09-08T13:20:27.291" v="76" actId="1076"/>
          <ac:spMkLst>
            <pc:docMk/>
            <pc:sldMk cId="1470892683" sldId="272"/>
            <ac:spMk id="3" creationId="{3C5E50C4-389F-C8E3-2291-95E866C31938}"/>
          </ac:spMkLst>
        </pc:spChg>
        <pc:spChg chg="add">
          <ac:chgData name="GIANLUCA CAVANI" userId="87922040f0d244e1" providerId="LiveId" clId="{D9E828B3-A941-4B93-80FD-F166EA6B65A7}" dt="2026-09-08T13:20:49.046" v="79" actId="22"/>
          <ac:spMkLst>
            <pc:docMk/>
            <pc:sldMk cId="1470892683" sldId="272"/>
            <ac:spMk id="5" creationId="{F113F248-3155-FCC4-3F7A-6714910318E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541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1189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3238798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82" y="3427809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836491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3238798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093366" y="3427809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Scelta Inconsapevole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3366" y="4131766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5114627"/>
            <a:ext cx="6296860" cy="1089124"/>
          </a:xfrm>
          <a:prstGeom prst="roundRect">
            <a:avLst>
              <a:gd name="adj" fmla="val 2603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50482" y="5303639"/>
            <a:ext cx="59188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Spazi Sottoutilizzati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0482" y="5712321"/>
            <a:ext cx="59188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L'università non sa come vengono usati i suoi ambienti.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</a:t>
            </a:r>
            <a:r>
              <a:rPr lang="en-US" sz="1450" dirty="0" err="1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Fisico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temperatura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umidità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rumore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LED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attuatori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Embedded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legge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produce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Bridge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timestampa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invia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cloud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Cloud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sincronizza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53980"/>
            <a:ext cx="2657309" cy="83512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7803" y="5789513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Applicativo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47802" y="6029325"/>
            <a:ext cx="202602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mostra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tempo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riceve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notifiche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cloud per accesso remoto e notifiche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</TotalTime>
  <Words>927</Words>
  <Application>Microsoft Office PowerPoint</Application>
  <PresentationFormat>Widescreen</PresentationFormat>
  <Paragraphs>127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MuseoModerno Medium</vt:lpstr>
      <vt:lpstr>Source Sans 3 Bold</vt:lpstr>
      <vt:lpstr>Source Sans 3</vt:lpstr>
      <vt:lpstr>Twemoji Mozilla</vt:lpstr>
      <vt:lpstr>Open Sans</vt:lpstr>
      <vt:lpstr>MuseoModerno Light</vt:lpstr>
      <vt:lpstr>Arial</vt:lpstr>
      <vt:lpstr>Bitter Medium</vt:lpstr>
      <vt:lpstr>Aptos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2026-09-08T13:32:07Z</dcterms:modified>
</cp:coreProperties>
</file>